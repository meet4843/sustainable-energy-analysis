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1D1F8C-5704-4204-8897-01F407F4E1EF}" v="16" dt="2026-03-28T04:53:26.9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t Patel" userId="d9c41ba6fcf02504" providerId="LiveId" clId="{D87117E8-004B-455D-A9D1-E30516F91726}"/>
    <pc:docChg chg="undo custSel modSld">
      <pc:chgData name="Meet Patel" userId="d9c41ba6fcf02504" providerId="LiveId" clId="{D87117E8-004B-455D-A9D1-E30516F91726}" dt="2026-03-28T05:01:10.070" v="1201" actId="20577"/>
      <pc:docMkLst>
        <pc:docMk/>
      </pc:docMkLst>
      <pc:sldChg chg="addSp delSp modSp mod">
        <pc:chgData name="Meet Patel" userId="d9c41ba6fcf02504" providerId="LiveId" clId="{D87117E8-004B-455D-A9D1-E30516F91726}" dt="2026-03-28T04:56:55.453" v="1175" actId="14100"/>
        <pc:sldMkLst>
          <pc:docMk/>
          <pc:sldMk cId="0" sldId="256"/>
        </pc:sldMkLst>
        <pc:spChg chg="del">
          <ac:chgData name="Meet Patel" userId="d9c41ba6fcf02504" providerId="LiveId" clId="{D87117E8-004B-455D-A9D1-E30516F91726}" dt="2026-03-28T04:56:48.357" v="1174" actId="478"/>
          <ac:spMkLst>
            <pc:docMk/>
            <pc:sldMk cId="0" sldId="256"/>
            <ac:spMk id="16" creationId="{00000000-0000-0000-0000-000000000000}"/>
          </ac:spMkLst>
        </pc:spChg>
        <pc:picChg chg="add mod">
          <ac:chgData name="Meet Patel" userId="d9c41ba6fcf02504" providerId="LiveId" clId="{D87117E8-004B-455D-A9D1-E30516F91726}" dt="2026-03-28T04:56:55.453" v="1175" actId="14100"/>
          <ac:picMkLst>
            <pc:docMk/>
            <pc:sldMk cId="0" sldId="256"/>
            <ac:picMk id="20" creationId="{3145A765-0541-612D-20A8-7B53E0628FD5}"/>
          </ac:picMkLst>
        </pc:picChg>
      </pc:sldChg>
      <pc:sldChg chg="modSp mod">
        <pc:chgData name="Meet Patel" userId="d9c41ba6fcf02504" providerId="LiveId" clId="{D87117E8-004B-455D-A9D1-E30516F91726}" dt="2026-03-27T07:59:55.143" v="27" actId="20577"/>
        <pc:sldMkLst>
          <pc:docMk/>
          <pc:sldMk cId="0" sldId="257"/>
        </pc:sldMkLst>
        <pc:spChg chg="mod">
          <ac:chgData name="Meet Patel" userId="d9c41ba6fcf02504" providerId="LiveId" clId="{D87117E8-004B-455D-A9D1-E30516F91726}" dt="2026-03-27T07:59:55.143" v="27" actId="20577"/>
          <ac:spMkLst>
            <pc:docMk/>
            <pc:sldMk cId="0" sldId="257"/>
            <ac:spMk id="10" creationId="{00000000-0000-0000-0000-000000000000}"/>
          </ac:spMkLst>
        </pc:spChg>
      </pc:sldChg>
      <pc:sldChg chg="modSp mod">
        <pc:chgData name="Meet Patel" userId="d9c41ba6fcf02504" providerId="LiveId" clId="{D87117E8-004B-455D-A9D1-E30516F91726}" dt="2026-03-27T08:00:41.160" v="33" actId="207"/>
        <pc:sldMkLst>
          <pc:docMk/>
          <pc:sldMk cId="0" sldId="258"/>
        </pc:sldMkLst>
        <pc:spChg chg="mod">
          <ac:chgData name="Meet Patel" userId="d9c41ba6fcf02504" providerId="LiveId" clId="{D87117E8-004B-455D-A9D1-E30516F91726}" dt="2026-03-27T08:00:27.896" v="31" actId="207"/>
          <ac:spMkLst>
            <pc:docMk/>
            <pc:sldMk cId="0" sldId="258"/>
            <ac:spMk id="8" creationId="{00000000-0000-0000-0000-000000000000}"/>
          </ac:spMkLst>
        </pc:spChg>
        <pc:spChg chg="mod">
          <ac:chgData name="Meet Patel" userId="d9c41ba6fcf02504" providerId="LiveId" clId="{D87117E8-004B-455D-A9D1-E30516F91726}" dt="2026-03-27T08:00:27.896" v="31" actId="207"/>
          <ac:spMkLst>
            <pc:docMk/>
            <pc:sldMk cId="0" sldId="258"/>
            <ac:spMk id="9" creationId="{00000000-0000-0000-0000-000000000000}"/>
          </ac:spMkLst>
        </pc:spChg>
        <pc:spChg chg="mod">
          <ac:chgData name="Meet Patel" userId="d9c41ba6fcf02504" providerId="LiveId" clId="{D87117E8-004B-455D-A9D1-E30516F91726}" dt="2026-03-27T08:00:24.592" v="30" actId="207"/>
          <ac:spMkLst>
            <pc:docMk/>
            <pc:sldMk cId="0" sldId="258"/>
            <ac:spMk id="10" creationId="{00000000-0000-0000-0000-000000000000}"/>
          </ac:spMkLst>
        </pc:spChg>
        <pc:spChg chg="mod">
          <ac:chgData name="Meet Patel" userId="d9c41ba6fcf02504" providerId="LiveId" clId="{D87117E8-004B-455D-A9D1-E30516F91726}" dt="2026-03-27T08:00:37.286" v="32" actId="207"/>
          <ac:spMkLst>
            <pc:docMk/>
            <pc:sldMk cId="0" sldId="258"/>
            <ac:spMk id="11" creationId="{00000000-0000-0000-0000-000000000000}"/>
          </ac:spMkLst>
        </pc:spChg>
        <pc:spChg chg="mod">
          <ac:chgData name="Meet Patel" userId="d9c41ba6fcf02504" providerId="LiveId" clId="{D87117E8-004B-455D-A9D1-E30516F91726}" dt="2026-03-27T08:00:41.160" v="33" actId="207"/>
          <ac:spMkLst>
            <pc:docMk/>
            <pc:sldMk cId="0" sldId="258"/>
            <ac:spMk id="12" creationId="{00000000-0000-0000-0000-000000000000}"/>
          </ac:spMkLst>
        </pc:spChg>
      </pc:sldChg>
      <pc:sldChg chg="modSp mod">
        <pc:chgData name="Meet Patel" userId="d9c41ba6fcf02504" providerId="LiveId" clId="{D87117E8-004B-455D-A9D1-E30516F91726}" dt="2026-03-28T04:51:48.108" v="1090" actId="20577"/>
        <pc:sldMkLst>
          <pc:docMk/>
          <pc:sldMk cId="0" sldId="259"/>
        </pc:sldMkLst>
        <pc:spChg chg="mod">
          <ac:chgData name="Meet Patel" userId="d9c41ba6fcf02504" providerId="LiveId" clId="{D87117E8-004B-455D-A9D1-E30516F91726}" dt="2026-03-28T04:51:48.108" v="1090" actId="20577"/>
          <ac:spMkLst>
            <pc:docMk/>
            <pc:sldMk cId="0" sldId="259"/>
            <ac:spMk id="10" creationId="{00000000-0000-0000-0000-000000000000}"/>
          </ac:spMkLst>
        </pc:spChg>
      </pc:sldChg>
      <pc:sldChg chg="modSp mod">
        <pc:chgData name="Meet Patel" userId="d9c41ba6fcf02504" providerId="LiveId" clId="{D87117E8-004B-455D-A9D1-E30516F91726}" dt="2026-03-28T04:37:38.861" v="1060" actId="20577"/>
        <pc:sldMkLst>
          <pc:docMk/>
          <pc:sldMk cId="0" sldId="261"/>
        </pc:sldMkLst>
        <pc:spChg chg="mod">
          <ac:chgData name="Meet Patel" userId="d9c41ba6fcf02504" providerId="LiveId" clId="{D87117E8-004B-455D-A9D1-E30516F91726}" dt="2026-03-28T04:37:38.861" v="1060" actId="20577"/>
          <ac:spMkLst>
            <pc:docMk/>
            <pc:sldMk cId="0" sldId="261"/>
            <ac:spMk id="10" creationId="{00000000-0000-0000-0000-000000000000}"/>
          </ac:spMkLst>
        </pc:spChg>
      </pc:sldChg>
      <pc:sldChg chg="addSp modSp mod">
        <pc:chgData name="Meet Patel" userId="d9c41ba6fcf02504" providerId="LiveId" clId="{D87117E8-004B-455D-A9D1-E30516F91726}" dt="2026-03-28T04:59:26.072" v="1177" actId="207"/>
        <pc:sldMkLst>
          <pc:docMk/>
          <pc:sldMk cId="0" sldId="262"/>
        </pc:sldMkLst>
        <pc:spChg chg="mod">
          <ac:chgData name="Meet Patel" userId="d9c41ba6fcf02504" providerId="LiveId" clId="{D87117E8-004B-455D-A9D1-E30516F91726}" dt="2026-03-28T04:59:14.009" v="1176" actId="207"/>
          <ac:spMkLst>
            <pc:docMk/>
            <pc:sldMk cId="0" sldId="262"/>
            <ac:spMk id="11" creationId="{00000000-0000-0000-0000-000000000000}"/>
          </ac:spMkLst>
        </pc:spChg>
        <pc:spChg chg="mod">
          <ac:chgData name="Meet Patel" userId="d9c41ba6fcf02504" providerId="LiveId" clId="{D87117E8-004B-455D-A9D1-E30516F91726}" dt="2026-03-28T04:59:26.072" v="1177" actId="207"/>
          <ac:spMkLst>
            <pc:docMk/>
            <pc:sldMk cId="0" sldId="262"/>
            <ac:spMk id="14" creationId="{00000000-0000-0000-0000-000000000000}"/>
          </ac:spMkLst>
        </pc:spChg>
        <pc:spChg chg="mod">
          <ac:chgData name="Meet Patel" userId="d9c41ba6fcf02504" providerId="LiveId" clId="{D87117E8-004B-455D-A9D1-E30516F91726}" dt="2026-03-28T04:43:05.190" v="1076" actId="20577"/>
          <ac:spMkLst>
            <pc:docMk/>
            <pc:sldMk cId="0" sldId="262"/>
            <ac:spMk id="20" creationId="{00000000-0000-0000-0000-000000000000}"/>
          </ac:spMkLst>
        </pc:spChg>
        <pc:spChg chg="mod">
          <ac:chgData name="Meet Patel" userId="d9c41ba6fcf02504" providerId="LiveId" clId="{D87117E8-004B-455D-A9D1-E30516F91726}" dt="2026-03-28T04:11:04.266" v="221" actId="20577"/>
          <ac:spMkLst>
            <pc:docMk/>
            <pc:sldMk cId="0" sldId="262"/>
            <ac:spMk id="23" creationId="{00000000-0000-0000-0000-000000000000}"/>
          </ac:spMkLst>
        </pc:spChg>
        <pc:spChg chg="mod">
          <ac:chgData name="Meet Patel" userId="d9c41ba6fcf02504" providerId="LiveId" clId="{D87117E8-004B-455D-A9D1-E30516F91726}" dt="2026-03-28T04:52:26.261" v="1091" actId="20577"/>
          <ac:spMkLst>
            <pc:docMk/>
            <pc:sldMk cId="0" sldId="262"/>
            <ac:spMk id="26" creationId="{00000000-0000-0000-0000-000000000000}"/>
          </ac:spMkLst>
        </pc:spChg>
        <pc:spChg chg="mod">
          <ac:chgData name="Meet Patel" userId="d9c41ba6fcf02504" providerId="LiveId" clId="{D87117E8-004B-455D-A9D1-E30516F91726}" dt="2026-03-28T04:11:31.007" v="237" actId="20577"/>
          <ac:spMkLst>
            <pc:docMk/>
            <pc:sldMk cId="0" sldId="262"/>
            <ac:spMk id="29" creationId="{00000000-0000-0000-0000-000000000000}"/>
          </ac:spMkLst>
        </pc:spChg>
        <pc:spChg chg="add">
          <ac:chgData name="Meet Patel" userId="d9c41ba6fcf02504" providerId="LiveId" clId="{D87117E8-004B-455D-A9D1-E30516F91726}" dt="2026-03-28T04:09:53.690" v="194"/>
          <ac:spMkLst>
            <pc:docMk/>
            <pc:sldMk cId="0" sldId="262"/>
            <ac:spMk id="32" creationId="{3EAF6F9B-E2F0-08C3-25F9-0778E262DC65}"/>
          </ac:spMkLst>
        </pc:spChg>
        <pc:spChg chg="add mod">
          <ac:chgData name="Meet Patel" userId="d9c41ba6fcf02504" providerId="LiveId" clId="{D87117E8-004B-455D-A9D1-E30516F91726}" dt="2026-03-28T04:10:11.771" v="198"/>
          <ac:spMkLst>
            <pc:docMk/>
            <pc:sldMk cId="0" sldId="262"/>
            <ac:spMk id="33" creationId="{E761F643-2C73-7D5C-136B-C3F10ADCD3B7}"/>
          </ac:spMkLst>
        </pc:spChg>
        <pc:spChg chg="add mod">
          <ac:chgData name="Meet Patel" userId="d9c41ba6fcf02504" providerId="LiveId" clId="{D87117E8-004B-455D-A9D1-E30516F91726}" dt="2026-03-28T04:10:11.306" v="197"/>
          <ac:spMkLst>
            <pc:docMk/>
            <pc:sldMk cId="0" sldId="262"/>
            <ac:spMk id="34" creationId="{43F610EA-BF70-9D40-D756-FEF532A8FF93}"/>
          </ac:spMkLst>
        </pc:spChg>
        <pc:spChg chg="add mod">
          <ac:chgData name="Meet Patel" userId="d9c41ba6fcf02504" providerId="LiveId" clId="{D87117E8-004B-455D-A9D1-E30516F91726}" dt="2026-03-28T04:10:20.234" v="200"/>
          <ac:spMkLst>
            <pc:docMk/>
            <pc:sldMk cId="0" sldId="262"/>
            <ac:spMk id="35" creationId="{A7A25321-D227-4B7D-381F-8E941A4E4694}"/>
          </ac:spMkLst>
        </pc:spChg>
        <pc:spChg chg="add mod">
          <ac:chgData name="Meet Patel" userId="d9c41ba6fcf02504" providerId="LiveId" clId="{D87117E8-004B-455D-A9D1-E30516F91726}" dt="2026-03-28T04:10:35.286" v="204"/>
          <ac:spMkLst>
            <pc:docMk/>
            <pc:sldMk cId="0" sldId="262"/>
            <ac:spMk id="36" creationId="{0FE26602-603F-2181-3136-9C4B461382E5}"/>
          </ac:spMkLst>
        </pc:spChg>
        <pc:spChg chg="add mod">
          <ac:chgData name="Meet Patel" userId="d9c41ba6fcf02504" providerId="LiveId" clId="{D87117E8-004B-455D-A9D1-E30516F91726}" dt="2026-03-28T04:10:38.273" v="206"/>
          <ac:spMkLst>
            <pc:docMk/>
            <pc:sldMk cId="0" sldId="262"/>
            <ac:spMk id="37" creationId="{E900DE33-70BE-6FF2-B326-3605CC78E6AF}"/>
          </ac:spMkLst>
        </pc:spChg>
      </pc:sldChg>
      <pc:sldChg chg="modSp mod">
        <pc:chgData name="Meet Patel" userId="d9c41ba6fcf02504" providerId="LiveId" clId="{D87117E8-004B-455D-A9D1-E30516F91726}" dt="2026-03-28T04:43:28.095" v="1077" actId="20577"/>
        <pc:sldMkLst>
          <pc:docMk/>
          <pc:sldMk cId="0" sldId="263"/>
        </pc:sldMkLst>
        <pc:spChg chg="mod">
          <ac:chgData name="Meet Patel" userId="d9c41ba6fcf02504" providerId="LiveId" clId="{D87117E8-004B-455D-A9D1-E30516F91726}" dt="2026-03-27T08:11:16.396" v="114" actId="14100"/>
          <ac:spMkLst>
            <pc:docMk/>
            <pc:sldMk cId="0" sldId="263"/>
            <ac:spMk id="10" creationId="{00000000-0000-0000-0000-000000000000}"/>
          </ac:spMkLst>
        </pc:spChg>
        <pc:spChg chg="mod">
          <ac:chgData name="Meet Patel" userId="d9c41ba6fcf02504" providerId="LiveId" clId="{D87117E8-004B-455D-A9D1-E30516F91726}" dt="2026-03-27T08:04:55.729" v="37" actId="1076"/>
          <ac:spMkLst>
            <pc:docMk/>
            <pc:sldMk cId="0" sldId="263"/>
            <ac:spMk id="11" creationId="{00000000-0000-0000-0000-000000000000}"/>
          </ac:spMkLst>
        </pc:spChg>
        <pc:spChg chg="mod">
          <ac:chgData name="Meet Patel" userId="d9c41ba6fcf02504" providerId="LiveId" clId="{D87117E8-004B-455D-A9D1-E30516F91726}" dt="2026-03-27T08:05:36.409" v="66" actId="1076"/>
          <ac:spMkLst>
            <pc:docMk/>
            <pc:sldMk cId="0" sldId="263"/>
            <ac:spMk id="13" creationId="{00000000-0000-0000-0000-000000000000}"/>
          </ac:spMkLst>
        </pc:spChg>
        <pc:spChg chg="mod">
          <ac:chgData name="Meet Patel" userId="d9c41ba6fcf02504" providerId="LiveId" clId="{D87117E8-004B-455D-A9D1-E30516F91726}" dt="2026-03-27T08:05:43.389" v="67" actId="14100"/>
          <ac:spMkLst>
            <pc:docMk/>
            <pc:sldMk cId="0" sldId="263"/>
            <ac:spMk id="17" creationId="{00000000-0000-0000-0000-000000000000}"/>
          </ac:spMkLst>
        </pc:spChg>
        <pc:spChg chg="mod">
          <ac:chgData name="Meet Patel" userId="d9c41ba6fcf02504" providerId="LiveId" clId="{D87117E8-004B-455D-A9D1-E30516F91726}" dt="2026-03-27T08:13:55.427" v="123" actId="1076"/>
          <ac:spMkLst>
            <pc:docMk/>
            <pc:sldMk cId="0" sldId="263"/>
            <ac:spMk id="18" creationId="{00000000-0000-0000-0000-000000000000}"/>
          </ac:spMkLst>
        </pc:spChg>
        <pc:spChg chg="mod">
          <ac:chgData name="Meet Patel" userId="d9c41ba6fcf02504" providerId="LiveId" clId="{D87117E8-004B-455D-A9D1-E30516F91726}" dt="2026-03-27T08:08:45.230" v="68" actId="20577"/>
          <ac:spMkLst>
            <pc:docMk/>
            <pc:sldMk cId="0" sldId="263"/>
            <ac:spMk id="19" creationId="{00000000-0000-0000-0000-000000000000}"/>
          </ac:spMkLst>
        </pc:spChg>
        <pc:spChg chg="mod">
          <ac:chgData name="Meet Patel" userId="d9c41ba6fcf02504" providerId="LiveId" clId="{D87117E8-004B-455D-A9D1-E30516F91726}" dt="2026-03-28T04:13:16.156" v="247" actId="20577"/>
          <ac:spMkLst>
            <pc:docMk/>
            <pc:sldMk cId="0" sldId="263"/>
            <ac:spMk id="20" creationId="{00000000-0000-0000-0000-000000000000}"/>
          </ac:spMkLst>
        </pc:spChg>
        <pc:spChg chg="mod">
          <ac:chgData name="Meet Patel" userId="d9c41ba6fcf02504" providerId="LiveId" clId="{D87117E8-004B-455D-A9D1-E30516F91726}" dt="2026-03-28T04:13:29.982" v="257" actId="20577"/>
          <ac:spMkLst>
            <pc:docMk/>
            <pc:sldMk cId="0" sldId="263"/>
            <ac:spMk id="21" creationId="{00000000-0000-0000-0000-000000000000}"/>
          </ac:spMkLst>
        </pc:spChg>
        <pc:spChg chg="mod">
          <ac:chgData name="Meet Patel" userId="d9c41ba6fcf02504" providerId="LiveId" clId="{D87117E8-004B-455D-A9D1-E30516F91726}" dt="2026-03-28T04:15:12.057" v="342" actId="20577"/>
          <ac:spMkLst>
            <pc:docMk/>
            <pc:sldMk cId="0" sldId="263"/>
            <ac:spMk id="22" creationId="{00000000-0000-0000-0000-000000000000}"/>
          </ac:spMkLst>
        </pc:spChg>
        <pc:spChg chg="mod">
          <ac:chgData name="Meet Patel" userId="d9c41ba6fcf02504" providerId="LiveId" clId="{D87117E8-004B-455D-A9D1-E30516F91726}" dt="2026-03-27T08:13:21.362" v="118" actId="20577"/>
          <ac:spMkLst>
            <pc:docMk/>
            <pc:sldMk cId="0" sldId="263"/>
            <ac:spMk id="23" creationId="{00000000-0000-0000-0000-000000000000}"/>
          </ac:spMkLst>
        </pc:spChg>
        <pc:spChg chg="mod">
          <ac:chgData name="Meet Patel" userId="d9c41ba6fcf02504" providerId="LiveId" clId="{D87117E8-004B-455D-A9D1-E30516F91726}" dt="2026-03-27T08:09:06.175" v="76" actId="20577"/>
          <ac:spMkLst>
            <pc:docMk/>
            <pc:sldMk cId="0" sldId="263"/>
            <ac:spMk id="24" creationId="{00000000-0000-0000-0000-000000000000}"/>
          </ac:spMkLst>
        </pc:spChg>
        <pc:spChg chg="mod">
          <ac:chgData name="Meet Patel" userId="d9c41ba6fcf02504" providerId="LiveId" clId="{D87117E8-004B-455D-A9D1-E30516F91726}" dt="2026-03-28T04:13:42.319" v="267" actId="20577"/>
          <ac:spMkLst>
            <pc:docMk/>
            <pc:sldMk cId="0" sldId="263"/>
            <ac:spMk id="25" creationId="{00000000-0000-0000-0000-000000000000}"/>
          </ac:spMkLst>
        </pc:spChg>
        <pc:spChg chg="mod">
          <ac:chgData name="Meet Patel" userId="d9c41ba6fcf02504" providerId="LiveId" clId="{D87117E8-004B-455D-A9D1-E30516F91726}" dt="2026-03-28T04:13:50.341" v="277" actId="20577"/>
          <ac:spMkLst>
            <pc:docMk/>
            <pc:sldMk cId="0" sldId="263"/>
            <ac:spMk id="26" creationId="{00000000-0000-0000-0000-000000000000}"/>
          </ac:spMkLst>
        </pc:spChg>
        <pc:spChg chg="mod">
          <ac:chgData name="Meet Patel" userId="d9c41ba6fcf02504" providerId="LiveId" clId="{D87117E8-004B-455D-A9D1-E30516F91726}" dt="2026-03-28T04:16:16.701" v="360" actId="1076"/>
          <ac:spMkLst>
            <pc:docMk/>
            <pc:sldMk cId="0" sldId="263"/>
            <ac:spMk id="27" creationId="{00000000-0000-0000-0000-000000000000}"/>
          </ac:spMkLst>
        </pc:spChg>
        <pc:spChg chg="mod">
          <ac:chgData name="Meet Patel" userId="d9c41ba6fcf02504" providerId="LiveId" clId="{D87117E8-004B-455D-A9D1-E30516F91726}" dt="2026-03-27T08:09:09.958" v="77" actId="20577"/>
          <ac:spMkLst>
            <pc:docMk/>
            <pc:sldMk cId="0" sldId="263"/>
            <ac:spMk id="29" creationId="{00000000-0000-0000-0000-000000000000}"/>
          </ac:spMkLst>
        </pc:spChg>
        <pc:spChg chg="mod">
          <ac:chgData name="Meet Patel" userId="d9c41ba6fcf02504" providerId="LiveId" clId="{D87117E8-004B-455D-A9D1-E30516F91726}" dt="2026-03-28T04:13:58.449" v="287" actId="20577"/>
          <ac:spMkLst>
            <pc:docMk/>
            <pc:sldMk cId="0" sldId="263"/>
            <ac:spMk id="30" creationId="{00000000-0000-0000-0000-000000000000}"/>
          </ac:spMkLst>
        </pc:spChg>
        <pc:spChg chg="mod">
          <ac:chgData name="Meet Patel" userId="d9c41ba6fcf02504" providerId="LiveId" clId="{D87117E8-004B-455D-A9D1-E30516F91726}" dt="2026-03-28T04:14:13.262" v="298" actId="20577"/>
          <ac:spMkLst>
            <pc:docMk/>
            <pc:sldMk cId="0" sldId="263"/>
            <ac:spMk id="31" creationId="{00000000-0000-0000-0000-000000000000}"/>
          </ac:spMkLst>
        </pc:spChg>
        <pc:spChg chg="mod">
          <ac:chgData name="Meet Patel" userId="d9c41ba6fcf02504" providerId="LiveId" clId="{D87117E8-004B-455D-A9D1-E30516F91726}" dt="2026-03-28T04:16:23.376" v="364" actId="20577"/>
          <ac:spMkLst>
            <pc:docMk/>
            <pc:sldMk cId="0" sldId="263"/>
            <ac:spMk id="32" creationId="{00000000-0000-0000-0000-000000000000}"/>
          </ac:spMkLst>
        </pc:spChg>
        <pc:spChg chg="mod">
          <ac:chgData name="Meet Patel" userId="d9c41ba6fcf02504" providerId="LiveId" clId="{D87117E8-004B-455D-A9D1-E30516F91726}" dt="2026-03-27T08:09:18.797" v="79" actId="20577"/>
          <ac:spMkLst>
            <pc:docMk/>
            <pc:sldMk cId="0" sldId="263"/>
            <ac:spMk id="34" creationId="{00000000-0000-0000-0000-000000000000}"/>
          </ac:spMkLst>
        </pc:spChg>
        <pc:spChg chg="mod">
          <ac:chgData name="Meet Patel" userId="d9c41ba6fcf02504" providerId="LiveId" clId="{D87117E8-004B-455D-A9D1-E30516F91726}" dt="2026-03-28T04:14:21.725" v="307" actId="20577"/>
          <ac:spMkLst>
            <pc:docMk/>
            <pc:sldMk cId="0" sldId="263"/>
            <ac:spMk id="35" creationId="{00000000-0000-0000-0000-000000000000}"/>
          </ac:spMkLst>
        </pc:spChg>
        <pc:spChg chg="mod">
          <ac:chgData name="Meet Patel" userId="d9c41ba6fcf02504" providerId="LiveId" clId="{D87117E8-004B-455D-A9D1-E30516F91726}" dt="2026-03-28T04:14:30.134" v="316" actId="20577"/>
          <ac:spMkLst>
            <pc:docMk/>
            <pc:sldMk cId="0" sldId="263"/>
            <ac:spMk id="36" creationId="{00000000-0000-0000-0000-000000000000}"/>
          </ac:spMkLst>
        </pc:spChg>
        <pc:spChg chg="mod">
          <ac:chgData name="Meet Patel" userId="d9c41ba6fcf02504" providerId="LiveId" clId="{D87117E8-004B-455D-A9D1-E30516F91726}" dt="2026-03-28T04:16:45.258" v="371" actId="207"/>
          <ac:spMkLst>
            <pc:docMk/>
            <pc:sldMk cId="0" sldId="263"/>
            <ac:spMk id="37" creationId="{00000000-0000-0000-0000-000000000000}"/>
          </ac:spMkLst>
        </pc:spChg>
        <pc:spChg chg="mod">
          <ac:chgData name="Meet Patel" userId="d9c41ba6fcf02504" providerId="LiveId" clId="{D87117E8-004B-455D-A9D1-E30516F91726}" dt="2026-03-27T08:08:56.286" v="73" actId="20577"/>
          <ac:spMkLst>
            <pc:docMk/>
            <pc:sldMk cId="0" sldId="263"/>
            <ac:spMk id="39" creationId="{00000000-0000-0000-0000-000000000000}"/>
          </ac:spMkLst>
        </pc:spChg>
        <pc:spChg chg="mod">
          <ac:chgData name="Meet Patel" userId="d9c41ba6fcf02504" providerId="LiveId" clId="{D87117E8-004B-455D-A9D1-E30516F91726}" dt="2026-03-28T04:14:37.913" v="325" actId="20577"/>
          <ac:spMkLst>
            <pc:docMk/>
            <pc:sldMk cId="0" sldId="263"/>
            <ac:spMk id="40" creationId="{00000000-0000-0000-0000-000000000000}"/>
          </ac:spMkLst>
        </pc:spChg>
        <pc:spChg chg="mod">
          <ac:chgData name="Meet Patel" userId="d9c41ba6fcf02504" providerId="LiveId" clId="{D87117E8-004B-455D-A9D1-E30516F91726}" dt="2026-03-28T04:14:47.730" v="334" actId="20577"/>
          <ac:spMkLst>
            <pc:docMk/>
            <pc:sldMk cId="0" sldId="263"/>
            <ac:spMk id="41" creationId="{00000000-0000-0000-0000-000000000000}"/>
          </ac:spMkLst>
        </pc:spChg>
        <pc:spChg chg="mod">
          <ac:chgData name="Meet Patel" userId="d9c41ba6fcf02504" providerId="LiveId" clId="{D87117E8-004B-455D-A9D1-E30516F91726}" dt="2026-03-28T04:16:53.642" v="377" actId="20577"/>
          <ac:spMkLst>
            <pc:docMk/>
            <pc:sldMk cId="0" sldId="263"/>
            <ac:spMk id="42" creationId="{00000000-0000-0000-0000-000000000000}"/>
          </ac:spMkLst>
        </pc:spChg>
        <pc:spChg chg="mod">
          <ac:chgData name="Meet Patel" userId="d9c41ba6fcf02504" providerId="LiveId" clId="{D87117E8-004B-455D-A9D1-E30516F91726}" dt="2026-03-27T08:11:23.609" v="116" actId="14100"/>
          <ac:spMkLst>
            <pc:docMk/>
            <pc:sldMk cId="0" sldId="263"/>
            <ac:spMk id="43" creationId="{00000000-0000-0000-0000-000000000000}"/>
          </ac:spMkLst>
        </pc:spChg>
        <pc:spChg chg="mod">
          <ac:chgData name="Meet Patel" userId="d9c41ba6fcf02504" providerId="LiveId" clId="{D87117E8-004B-455D-A9D1-E30516F91726}" dt="2026-03-27T08:09:30.937" v="80" actId="20577"/>
          <ac:spMkLst>
            <pc:docMk/>
            <pc:sldMk cId="0" sldId="263"/>
            <ac:spMk id="52" creationId="{00000000-0000-0000-0000-000000000000}"/>
          </ac:spMkLst>
        </pc:spChg>
        <pc:spChg chg="mod">
          <ac:chgData name="Meet Patel" userId="d9c41ba6fcf02504" providerId="LiveId" clId="{D87117E8-004B-455D-A9D1-E30516F91726}" dt="2026-03-28T04:17:16.475" v="386" actId="20577"/>
          <ac:spMkLst>
            <pc:docMk/>
            <pc:sldMk cId="0" sldId="263"/>
            <ac:spMk id="53" creationId="{00000000-0000-0000-0000-000000000000}"/>
          </ac:spMkLst>
        </pc:spChg>
        <pc:spChg chg="mod">
          <ac:chgData name="Meet Patel" userId="d9c41ba6fcf02504" providerId="LiveId" clId="{D87117E8-004B-455D-A9D1-E30516F91726}" dt="2026-03-28T04:17:43.424" v="427" actId="20577"/>
          <ac:spMkLst>
            <pc:docMk/>
            <pc:sldMk cId="0" sldId="263"/>
            <ac:spMk id="54" creationId="{00000000-0000-0000-0000-000000000000}"/>
          </ac:spMkLst>
        </pc:spChg>
        <pc:spChg chg="mod">
          <ac:chgData name="Meet Patel" userId="d9c41ba6fcf02504" providerId="LiveId" clId="{D87117E8-004B-455D-A9D1-E30516F91726}" dt="2026-03-28T04:18:16.812" v="470" actId="20577"/>
          <ac:spMkLst>
            <pc:docMk/>
            <pc:sldMk cId="0" sldId="263"/>
            <ac:spMk id="55" creationId="{00000000-0000-0000-0000-000000000000}"/>
          </ac:spMkLst>
        </pc:spChg>
        <pc:spChg chg="mod">
          <ac:chgData name="Meet Patel" userId="d9c41ba6fcf02504" providerId="LiveId" clId="{D87117E8-004B-455D-A9D1-E30516F91726}" dt="2026-03-27T08:09:32.950" v="81" actId="20577"/>
          <ac:spMkLst>
            <pc:docMk/>
            <pc:sldMk cId="0" sldId="263"/>
            <ac:spMk id="57" creationId="{00000000-0000-0000-0000-000000000000}"/>
          </ac:spMkLst>
        </pc:spChg>
        <pc:spChg chg="mod">
          <ac:chgData name="Meet Patel" userId="d9c41ba6fcf02504" providerId="LiveId" clId="{D87117E8-004B-455D-A9D1-E30516F91726}" dt="2026-03-28T04:17:21.993" v="394" actId="20577"/>
          <ac:spMkLst>
            <pc:docMk/>
            <pc:sldMk cId="0" sldId="263"/>
            <ac:spMk id="58" creationId="{00000000-0000-0000-0000-000000000000}"/>
          </ac:spMkLst>
        </pc:spChg>
        <pc:spChg chg="mod">
          <ac:chgData name="Meet Patel" userId="d9c41ba6fcf02504" providerId="LiveId" clId="{D87117E8-004B-455D-A9D1-E30516F91726}" dt="2026-03-28T04:17:52.342" v="436" actId="20577"/>
          <ac:spMkLst>
            <pc:docMk/>
            <pc:sldMk cId="0" sldId="263"/>
            <ac:spMk id="59" creationId="{00000000-0000-0000-0000-000000000000}"/>
          </ac:spMkLst>
        </pc:spChg>
        <pc:spChg chg="mod">
          <ac:chgData name="Meet Patel" userId="d9c41ba6fcf02504" providerId="LiveId" clId="{D87117E8-004B-455D-A9D1-E30516F91726}" dt="2026-03-28T04:18:21.981" v="478" actId="20577"/>
          <ac:spMkLst>
            <pc:docMk/>
            <pc:sldMk cId="0" sldId="263"/>
            <ac:spMk id="60" creationId="{00000000-0000-0000-0000-000000000000}"/>
          </ac:spMkLst>
        </pc:spChg>
        <pc:spChg chg="mod">
          <ac:chgData name="Meet Patel" userId="d9c41ba6fcf02504" providerId="LiveId" clId="{D87117E8-004B-455D-A9D1-E30516F91726}" dt="2026-03-27T08:09:35.146" v="82" actId="20577"/>
          <ac:spMkLst>
            <pc:docMk/>
            <pc:sldMk cId="0" sldId="263"/>
            <ac:spMk id="62" creationId="{00000000-0000-0000-0000-000000000000}"/>
          </ac:spMkLst>
        </pc:spChg>
        <pc:spChg chg="mod">
          <ac:chgData name="Meet Patel" userId="d9c41ba6fcf02504" providerId="LiveId" clId="{D87117E8-004B-455D-A9D1-E30516F91726}" dt="2026-03-28T04:17:27.360" v="402" actId="20577"/>
          <ac:spMkLst>
            <pc:docMk/>
            <pc:sldMk cId="0" sldId="263"/>
            <ac:spMk id="63" creationId="{00000000-0000-0000-0000-000000000000}"/>
          </ac:spMkLst>
        </pc:spChg>
        <pc:spChg chg="mod">
          <ac:chgData name="Meet Patel" userId="d9c41ba6fcf02504" providerId="LiveId" clId="{D87117E8-004B-455D-A9D1-E30516F91726}" dt="2026-03-28T04:17:57.929" v="445" actId="20577"/>
          <ac:spMkLst>
            <pc:docMk/>
            <pc:sldMk cId="0" sldId="263"/>
            <ac:spMk id="64" creationId="{00000000-0000-0000-0000-000000000000}"/>
          </ac:spMkLst>
        </pc:spChg>
        <pc:spChg chg="mod">
          <ac:chgData name="Meet Patel" userId="d9c41ba6fcf02504" providerId="LiveId" clId="{D87117E8-004B-455D-A9D1-E30516F91726}" dt="2026-03-28T04:18:26.559" v="485" actId="20577"/>
          <ac:spMkLst>
            <pc:docMk/>
            <pc:sldMk cId="0" sldId="263"/>
            <ac:spMk id="65" creationId="{00000000-0000-0000-0000-000000000000}"/>
          </ac:spMkLst>
        </pc:spChg>
        <pc:spChg chg="mod">
          <ac:chgData name="Meet Patel" userId="d9c41ba6fcf02504" providerId="LiveId" clId="{D87117E8-004B-455D-A9D1-E30516F91726}" dt="2026-03-27T08:10:03.684" v="101" actId="20577"/>
          <ac:spMkLst>
            <pc:docMk/>
            <pc:sldMk cId="0" sldId="263"/>
            <ac:spMk id="66" creationId="{00000000-0000-0000-0000-000000000000}"/>
          </ac:spMkLst>
        </pc:spChg>
        <pc:spChg chg="mod">
          <ac:chgData name="Meet Patel" userId="d9c41ba6fcf02504" providerId="LiveId" clId="{D87117E8-004B-455D-A9D1-E30516F91726}" dt="2026-03-27T08:10:18.185" v="106" actId="20577"/>
          <ac:spMkLst>
            <pc:docMk/>
            <pc:sldMk cId="0" sldId="263"/>
            <ac:spMk id="67" creationId="{00000000-0000-0000-0000-000000000000}"/>
          </ac:spMkLst>
        </pc:spChg>
        <pc:spChg chg="mod">
          <ac:chgData name="Meet Patel" userId="d9c41ba6fcf02504" providerId="LiveId" clId="{D87117E8-004B-455D-A9D1-E30516F91726}" dt="2026-03-28T04:17:32.296" v="411" actId="20577"/>
          <ac:spMkLst>
            <pc:docMk/>
            <pc:sldMk cId="0" sldId="263"/>
            <ac:spMk id="68" creationId="{00000000-0000-0000-0000-000000000000}"/>
          </ac:spMkLst>
        </pc:spChg>
        <pc:spChg chg="mod">
          <ac:chgData name="Meet Patel" userId="d9c41ba6fcf02504" providerId="LiveId" clId="{D87117E8-004B-455D-A9D1-E30516F91726}" dt="2026-03-28T04:18:03.100" v="454" actId="20577"/>
          <ac:spMkLst>
            <pc:docMk/>
            <pc:sldMk cId="0" sldId="263"/>
            <ac:spMk id="69" creationId="{00000000-0000-0000-0000-000000000000}"/>
          </ac:spMkLst>
        </pc:spChg>
        <pc:spChg chg="mod">
          <ac:chgData name="Meet Patel" userId="d9c41ba6fcf02504" providerId="LiveId" clId="{D87117E8-004B-455D-A9D1-E30516F91726}" dt="2026-03-28T04:43:28.095" v="1077" actId="20577"/>
          <ac:spMkLst>
            <pc:docMk/>
            <pc:sldMk cId="0" sldId="263"/>
            <ac:spMk id="70" creationId="{00000000-0000-0000-0000-000000000000}"/>
          </ac:spMkLst>
        </pc:spChg>
        <pc:spChg chg="mod">
          <ac:chgData name="Meet Patel" userId="d9c41ba6fcf02504" providerId="LiveId" clId="{D87117E8-004B-455D-A9D1-E30516F91726}" dt="2026-03-27T08:10:11.783" v="105" actId="20577"/>
          <ac:spMkLst>
            <pc:docMk/>
            <pc:sldMk cId="0" sldId="263"/>
            <ac:spMk id="71" creationId="{00000000-0000-0000-0000-000000000000}"/>
          </ac:spMkLst>
        </pc:spChg>
        <pc:spChg chg="mod">
          <ac:chgData name="Meet Patel" userId="d9c41ba6fcf02504" providerId="LiveId" clId="{D87117E8-004B-455D-A9D1-E30516F91726}" dt="2026-03-27T08:09:40.091" v="85" actId="20577"/>
          <ac:spMkLst>
            <pc:docMk/>
            <pc:sldMk cId="0" sldId="263"/>
            <ac:spMk id="72" creationId="{00000000-0000-0000-0000-000000000000}"/>
          </ac:spMkLst>
        </pc:spChg>
        <pc:spChg chg="mod">
          <ac:chgData name="Meet Patel" userId="d9c41ba6fcf02504" providerId="LiveId" clId="{D87117E8-004B-455D-A9D1-E30516F91726}" dt="2026-03-28T04:17:37.784" v="420" actId="20577"/>
          <ac:spMkLst>
            <pc:docMk/>
            <pc:sldMk cId="0" sldId="263"/>
            <ac:spMk id="73" creationId="{00000000-0000-0000-0000-000000000000}"/>
          </ac:spMkLst>
        </pc:spChg>
        <pc:spChg chg="mod">
          <ac:chgData name="Meet Patel" userId="d9c41ba6fcf02504" providerId="LiveId" clId="{D87117E8-004B-455D-A9D1-E30516F91726}" dt="2026-03-28T04:18:08.256" v="463" actId="20577"/>
          <ac:spMkLst>
            <pc:docMk/>
            <pc:sldMk cId="0" sldId="263"/>
            <ac:spMk id="74" creationId="{00000000-0000-0000-0000-000000000000}"/>
          </ac:spMkLst>
        </pc:spChg>
        <pc:spChg chg="mod">
          <ac:chgData name="Meet Patel" userId="d9c41ba6fcf02504" providerId="LiveId" clId="{D87117E8-004B-455D-A9D1-E30516F91726}" dt="2026-03-28T04:18:36.686" v="501" actId="20577"/>
          <ac:spMkLst>
            <pc:docMk/>
            <pc:sldMk cId="0" sldId="263"/>
            <ac:spMk id="75" creationId="{00000000-0000-0000-0000-000000000000}"/>
          </ac:spMkLst>
        </pc:spChg>
        <pc:spChg chg="mod">
          <ac:chgData name="Meet Patel" userId="d9c41ba6fcf02504" providerId="LiveId" clId="{D87117E8-004B-455D-A9D1-E30516F91726}" dt="2026-03-27T08:10:50.115" v="111" actId="6549"/>
          <ac:spMkLst>
            <pc:docMk/>
            <pc:sldMk cId="0" sldId="263"/>
            <ac:spMk id="76" creationId="{00000000-0000-0000-0000-000000000000}"/>
          </ac:spMkLst>
        </pc:spChg>
      </pc:sldChg>
      <pc:sldChg chg="delSp modSp mod">
        <pc:chgData name="Meet Patel" userId="d9c41ba6fcf02504" providerId="LiveId" clId="{D87117E8-004B-455D-A9D1-E30516F91726}" dt="2026-03-28T04:44:19.777" v="1087" actId="20577"/>
        <pc:sldMkLst>
          <pc:docMk/>
          <pc:sldMk cId="0" sldId="264"/>
        </pc:sldMkLst>
        <pc:spChg chg="mod">
          <ac:chgData name="Meet Patel" userId="d9c41ba6fcf02504" providerId="LiveId" clId="{D87117E8-004B-455D-A9D1-E30516F91726}" dt="2026-03-28T04:20:17.042" v="516" actId="20577"/>
          <ac:spMkLst>
            <pc:docMk/>
            <pc:sldMk cId="0" sldId="264"/>
            <ac:spMk id="12" creationId="{00000000-0000-0000-0000-000000000000}"/>
          </ac:spMkLst>
        </pc:spChg>
        <pc:spChg chg="del">
          <ac:chgData name="Meet Patel" userId="d9c41ba6fcf02504" providerId="LiveId" clId="{D87117E8-004B-455D-A9D1-E30516F91726}" dt="2026-03-28T04:25:49.752" v="517" actId="478"/>
          <ac:spMkLst>
            <pc:docMk/>
            <pc:sldMk cId="0" sldId="264"/>
            <ac:spMk id="21" creationId="{00000000-0000-0000-0000-000000000000}"/>
          </ac:spMkLst>
        </pc:spChg>
        <pc:spChg chg="mod">
          <ac:chgData name="Meet Patel" userId="d9c41ba6fcf02504" providerId="LiveId" clId="{D87117E8-004B-455D-A9D1-E30516F91726}" dt="2026-03-28T04:25:56.370" v="528" actId="20577"/>
          <ac:spMkLst>
            <pc:docMk/>
            <pc:sldMk cId="0" sldId="264"/>
            <ac:spMk id="23" creationId="{00000000-0000-0000-0000-000000000000}"/>
          </ac:spMkLst>
        </pc:spChg>
        <pc:spChg chg="mod">
          <ac:chgData name="Meet Patel" userId="d9c41ba6fcf02504" providerId="LiveId" clId="{D87117E8-004B-455D-A9D1-E30516F91726}" dt="2026-03-28T04:26:47.925" v="598" actId="20577"/>
          <ac:spMkLst>
            <pc:docMk/>
            <pc:sldMk cId="0" sldId="264"/>
            <ac:spMk id="24" creationId="{00000000-0000-0000-0000-000000000000}"/>
          </ac:spMkLst>
        </pc:spChg>
        <pc:spChg chg="mod">
          <ac:chgData name="Meet Patel" userId="d9c41ba6fcf02504" providerId="LiveId" clId="{D87117E8-004B-455D-A9D1-E30516F91726}" dt="2026-03-28T04:27:39.885" v="665" actId="20577"/>
          <ac:spMkLst>
            <pc:docMk/>
            <pc:sldMk cId="0" sldId="264"/>
            <ac:spMk id="25" creationId="{00000000-0000-0000-0000-000000000000}"/>
          </ac:spMkLst>
        </pc:spChg>
        <pc:spChg chg="mod">
          <ac:chgData name="Meet Patel" userId="d9c41ba6fcf02504" providerId="LiveId" clId="{D87117E8-004B-455D-A9D1-E30516F91726}" dt="2026-03-28T04:28:25.247" v="735" actId="20577"/>
          <ac:spMkLst>
            <pc:docMk/>
            <pc:sldMk cId="0" sldId="264"/>
            <ac:spMk id="26" creationId="{00000000-0000-0000-0000-000000000000}"/>
          </ac:spMkLst>
        </pc:spChg>
        <pc:spChg chg="mod">
          <ac:chgData name="Meet Patel" userId="d9c41ba6fcf02504" providerId="LiveId" clId="{D87117E8-004B-455D-A9D1-E30516F91726}" dt="2026-03-28T04:29:09.802" v="771" actId="20577"/>
          <ac:spMkLst>
            <pc:docMk/>
            <pc:sldMk cId="0" sldId="264"/>
            <ac:spMk id="27" creationId="{00000000-0000-0000-0000-000000000000}"/>
          </ac:spMkLst>
        </pc:spChg>
        <pc:spChg chg="mod">
          <ac:chgData name="Meet Patel" userId="d9c41ba6fcf02504" providerId="LiveId" clId="{D87117E8-004B-455D-A9D1-E30516F91726}" dt="2026-03-28T04:26:06.052" v="539" actId="20577"/>
          <ac:spMkLst>
            <pc:docMk/>
            <pc:sldMk cId="0" sldId="264"/>
            <ac:spMk id="31" creationId="{00000000-0000-0000-0000-000000000000}"/>
          </ac:spMkLst>
        </pc:spChg>
        <pc:spChg chg="mod">
          <ac:chgData name="Meet Patel" userId="d9c41ba6fcf02504" providerId="LiveId" clId="{D87117E8-004B-455D-A9D1-E30516F91726}" dt="2026-03-28T04:26:54.097" v="609" actId="20577"/>
          <ac:spMkLst>
            <pc:docMk/>
            <pc:sldMk cId="0" sldId="264"/>
            <ac:spMk id="32" creationId="{00000000-0000-0000-0000-000000000000}"/>
          </ac:spMkLst>
        </pc:spChg>
        <pc:spChg chg="mod">
          <ac:chgData name="Meet Patel" userId="d9c41ba6fcf02504" providerId="LiveId" clId="{D87117E8-004B-455D-A9D1-E30516F91726}" dt="2026-03-28T04:27:45.774" v="677" actId="20577"/>
          <ac:spMkLst>
            <pc:docMk/>
            <pc:sldMk cId="0" sldId="264"/>
            <ac:spMk id="33" creationId="{00000000-0000-0000-0000-000000000000}"/>
          </ac:spMkLst>
        </pc:spChg>
        <pc:spChg chg="mod">
          <ac:chgData name="Meet Patel" userId="d9c41ba6fcf02504" providerId="LiveId" clId="{D87117E8-004B-455D-A9D1-E30516F91726}" dt="2026-03-28T04:28:31.521" v="745" actId="20577"/>
          <ac:spMkLst>
            <pc:docMk/>
            <pc:sldMk cId="0" sldId="264"/>
            <ac:spMk id="34" creationId="{00000000-0000-0000-0000-000000000000}"/>
          </ac:spMkLst>
        </pc:spChg>
        <pc:spChg chg="mod">
          <ac:chgData name="Meet Patel" userId="d9c41ba6fcf02504" providerId="LiveId" clId="{D87117E8-004B-455D-A9D1-E30516F91726}" dt="2026-03-28T04:29:14.752" v="775" actId="20577"/>
          <ac:spMkLst>
            <pc:docMk/>
            <pc:sldMk cId="0" sldId="264"/>
            <ac:spMk id="35" creationId="{00000000-0000-0000-0000-000000000000}"/>
          </ac:spMkLst>
        </pc:spChg>
        <pc:spChg chg="mod">
          <ac:chgData name="Meet Patel" userId="d9c41ba6fcf02504" providerId="LiveId" clId="{D87117E8-004B-455D-A9D1-E30516F91726}" dt="2026-03-28T04:26:16.355" v="550" actId="20577"/>
          <ac:spMkLst>
            <pc:docMk/>
            <pc:sldMk cId="0" sldId="264"/>
            <ac:spMk id="39" creationId="{00000000-0000-0000-0000-000000000000}"/>
          </ac:spMkLst>
        </pc:spChg>
        <pc:spChg chg="mod">
          <ac:chgData name="Meet Patel" userId="d9c41ba6fcf02504" providerId="LiveId" clId="{D87117E8-004B-455D-A9D1-E30516F91726}" dt="2026-03-28T04:27:01.411" v="620" actId="20577"/>
          <ac:spMkLst>
            <pc:docMk/>
            <pc:sldMk cId="0" sldId="264"/>
            <ac:spMk id="40" creationId="{00000000-0000-0000-0000-000000000000}"/>
          </ac:spMkLst>
        </pc:spChg>
        <pc:spChg chg="mod">
          <ac:chgData name="Meet Patel" userId="d9c41ba6fcf02504" providerId="LiveId" clId="{D87117E8-004B-455D-A9D1-E30516F91726}" dt="2026-03-28T04:27:51.694" v="689" actId="20577"/>
          <ac:spMkLst>
            <pc:docMk/>
            <pc:sldMk cId="0" sldId="264"/>
            <ac:spMk id="41" creationId="{00000000-0000-0000-0000-000000000000}"/>
          </ac:spMkLst>
        </pc:spChg>
        <pc:spChg chg="mod">
          <ac:chgData name="Meet Patel" userId="d9c41ba6fcf02504" providerId="LiveId" clId="{D87117E8-004B-455D-A9D1-E30516F91726}" dt="2026-03-28T04:28:38.415" v="749" actId="20577"/>
          <ac:spMkLst>
            <pc:docMk/>
            <pc:sldMk cId="0" sldId="264"/>
            <ac:spMk id="42" creationId="{00000000-0000-0000-0000-000000000000}"/>
          </ac:spMkLst>
        </pc:spChg>
        <pc:spChg chg="mod">
          <ac:chgData name="Meet Patel" userId="d9c41ba6fcf02504" providerId="LiveId" clId="{D87117E8-004B-455D-A9D1-E30516F91726}" dt="2026-03-28T04:29:21.405" v="779" actId="20577"/>
          <ac:spMkLst>
            <pc:docMk/>
            <pc:sldMk cId="0" sldId="264"/>
            <ac:spMk id="43" creationId="{00000000-0000-0000-0000-000000000000}"/>
          </ac:spMkLst>
        </pc:spChg>
        <pc:spChg chg="mod">
          <ac:chgData name="Meet Patel" userId="d9c41ba6fcf02504" providerId="LiveId" clId="{D87117E8-004B-455D-A9D1-E30516F91726}" dt="2026-03-28T04:26:23.027" v="561" actId="20577"/>
          <ac:spMkLst>
            <pc:docMk/>
            <pc:sldMk cId="0" sldId="264"/>
            <ac:spMk id="47" creationId="{00000000-0000-0000-0000-000000000000}"/>
          </ac:spMkLst>
        </pc:spChg>
        <pc:spChg chg="mod">
          <ac:chgData name="Meet Patel" userId="d9c41ba6fcf02504" providerId="LiveId" clId="{D87117E8-004B-455D-A9D1-E30516F91726}" dt="2026-03-28T04:27:08.956" v="631" actId="20577"/>
          <ac:spMkLst>
            <pc:docMk/>
            <pc:sldMk cId="0" sldId="264"/>
            <ac:spMk id="48" creationId="{00000000-0000-0000-0000-000000000000}"/>
          </ac:spMkLst>
        </pc:spChg>
        <pc:spChg chg="mod">
          <ac:chgData name="Meet Patel" userId="d9c41ba6fcf02504" providerId="LiveId" clId="{D87117E8-004B-455D-A9D1-E30516F91726}" dt="2026-03-28T04:27:59.759" v="701" actId="20577"/>
          <ac:spMkLst>
            <pc:docMk/>
            <pc:sldMk cId="0" sldId="264"/>
            <ac:spMk id="49" creationId="{00000000-0000-0000-0000-000000000000}"/>
          </ac:spMkLst>
        </pc:spChg>
        <pc:spChg chg="mod">
          <ac:chgData name="Meet Patel" userId="d9c41ba6fcf02504" providerId="LiveId" clId="{D87117E8-004B-455D-A9D1-E30516F91726}" dt="2026-03-28T04:28:47.758" v="757" actId="20577"/>
          <ac:spMkLst>
            <pc:docMk/>
            <pc:sldMk cId="0" sldId="264"/>
            <ac:spMk id="50" creationId="{00000000-0000-0000-0000-000000000000}"/>
          </ac:spMkLst>
        </pc:spChg>
        <pc:spChg chg="mod">
          <ac:chgData name="Meet Patel" userId="d9c41ba6fcf02504" providerId="LiveId" clId="{D87117E8-004B-455D-A9D1-E30516F91726}" dt="2026-03-28T04:29:25.759" v="783" actId="20577"/>
          <ac:spMkLst>
            <pc:docMk/>
            <pc:sldMk cId="0" sldId="264"/>
            <ac:spMk id="51" creationId="{00000000-0000-0000-0000-000000000000}"/>
          </ac:spMkLst>
        </pc:spChg>
        <pc:spChg chg="mod">
          <ac:chgData name="Meet Patel" userId="d9c41ba6fcf02504" providerId="LiveId" clId="{D87117E8-004B-455D-A9D1-E30516F91726}" dt="2026-03-28T04:26:32.279" v="576" actId="20577"/>
          <ac:spMkLst>
            <pc:docMk/>
            <pc:sldMk cId="0" sldId="264"/>
            <ac:spMk id="55" creationId="{00000000-0000-0000-0000-000000000000}"/>
          </ac:spMkLst>
        </pc:spChg>
        <pc:spChg chg="mod">
          <ac:chgData name="Meet Patel" userId="d9c41ba6fcf02504" providerId="LiveId" clId="{D87117E8-004B-455D-A9D1-E30516F91726}" dt="2026-03-28T04:27:19.326" v="642" actId="20577"/>
          <ac:spMkLst>
            <pc:docMk/>
            <pc:sldMk cId="0" sldId="264"/>
            <ac:spMk id="56" creationId="{00000000-0000-0000-0000-000000000000}"/>
          </ac:spMkLst>
        </pc:spChg>
        <pc:spChg chg="mod">
          <ac:chgData name="Meet Patel" userId="d9c41ba6fcf02504" providerId="LiveId" clId="{D87117E8-004B-455D-A9D1-E30516F91726}" dt="2026-03-28T04:28:06.169" v="713" actId="20577"/>
          <ac:spMkLst>
            <pc:docMk/>
            <pc:sldMk cId="0" sldId="264"/>
            <ac:spMk id="57" creationId="{00000000-0000-0000-0000-000000000000}"/>
          </ac:spMkLst>
        </pc:spChg>
        <pc:spChg chg="mod">
          <ac:chgData name="Meet Patel" userId="d9c41ba6fcf02504" providerId="LiveId" clId="{D87117E8-004B-455D-A9D1-E30516F91726}" dt="2026-03-28T04:28:55.853" v="763" actId="20577"/>
          <ac:spMkLst>
            <pc:docMk/>
            <pc:sldMk cId="0" sldId="264"/>
            <ac:spMk id="58" creationId="{00000000-0000-0000-0000-000000000000}"/>
          </ac:spMkLst>
        </pc:spChg>
        <pc:spChg chg="mod">
          <ac:chgData name="Meet Patel" userId="d9c41ba6fcf02504" providerId="LiveId" clId="{D87117E8-004B-455D-A9D1-E30516F91726}" dt="2026-03-28T04:29:29.882" v="787" actId="20577"/>
          <ac:spMkLst>
            <pc:docMk/>
            <pc:sldMk cId="0" sldId="264"/>
            <ac:spMk id="59" creationId="{00000000-0000-0000-0000-000000000000}"/>
          </ac:spMkLst>
        </pc:spChg>
        <pc:spChg chg="mod">
          <ac:chgData name="Meet Patel" userId="d9c41ba6fcf02504" providerId="LiveId" clId="{D87117E8-004B-455D-A9D1-E30516F91726}" dt="2026-03-28T04:26:39.373" v="587" actId="20577"/>
          <ac:spMkLst>
            <pc:docMk/>
            <pc:sldMk cId="0" sldId="264"/>
            <ac:spMk id="63" creationId="{00000000-0000-0000-0000-000000000000}"/>
          </ac:spMkLst>
        </pc:spChg>
        <pc:spChg chg="mod">
          <ac:chgData name="Meet Patel" userId="d9c41ba6fcf02504" providerId="LiveId" clId="{D87117E8-004B-455D-A9D1-E30516F91726}" dt="2026-03-28T04:27:30.578" v="653" actId="20577"/>
          <ac:spMkLst>
            <pc:docMk/>
            <pc:sldMk cId="0" sldId="264"/>
            <ac:spMk id="64" creationId="{00000000-0000-0000-0000-000000000000}"/>
          </ac:spMkLst>
        </pc:spChg>
        <pc:spChg chg="mod">
          <ac:chgData name="Meet Patel" userId="d9c41ba6fcf02504" providerId="LiveId" clId="{D87117E8-004B-455D-A9D1-E30516F91726}" dt="2026-03-28T04:28:12.448" v="725" actId="20577"/>
          <ac:spMkLst>
            <pc:docMk/>
            <pc:sldMk cId="0" sldId="264"/>
            <ac:spMk id="65" creationId="{00000000-0000-0000-0000-000000000000}"/>
          </ac:spMkLst>
        </pc:spChg>
        <pc:spChg chg="mod">
          <ac:chgData name="Meet Patel" userId="d9c41ba6fcf02504" providerId="LiveId" clId="{D87117E8-004B-455D-A9D1-E30516F91726}" dt="2026-03-28T04:29:00.815" v="767" actId="20577"/>
          <ac:spMkLst>
            <pc:docMk/>
            <pc:sldMk cId="0" sldId="264"/>
            <ac:spMk id="66" creationId="{00000000-0000-0000-0000-000000000000}"/>
          </ac:spMkLst>
        </pc:spChg>
        <pc:spChg chg="mod">
          <ac:chgData name="Meet Patel" userId="d9c41ba6fcf02504" providerId="LiveId" clId="{D87117E8-004B-455D-A9D1-E30516F91726}" dt="2026-03-28T04:29:34.143" v="791" actId="20577"/>
          <ac:spMkLst>
            <pc:docMk/>
            <pc:sldMk cId="0" sldId="264"/>
            <ac:spMk id="67" creationId="{00000000-0000-0000-0000-000000000000}"/>
          </ac:spMkLst>
        </pc:spChg>
        <pc:spChg chg="mod">
          <ac:chgData name="Meet Patel" userId="d9c41ba6fcf02504" providerId="LiveId" clId="{D87117E8-004B-455D-A9D1-E30516F91726}" dt="2026-03-28T04:44:19.777" v="1087" actId="20577"/>
          <ac:spMkLst>
            <pc:docMk/>
            <pc:sldMk cId="0" sldId="264"/>
            <ac:spMk id="69" creationId="{00000000-0000-0000-0000-000000000000}"/>
          </ac:spMkLst>
        </pc:spChg>
      </pc:sldChg>
      <pc:sldChg chg="modSp mod">
        <pc:chgData name="Meet Patel" userId="d9c41ba6fcf02504" providerId="LiveId" clId="{D87117E8-004B-455D-A9D1-E30516F91726}" dt="2026-03-28T05:00:15.429" v="1178" actId="20577"/>
        <pc:sldMkLst>
          <pc:docMk/>
          <pc:sldMk cId="0" sldId="265"/>
        </pc:sldMkLst>
        <pc:spChg chg="mod">
          <ac:chgData name="Meet Patel" userId="d9c41ba6fcf02504" providerId="LiveId" clId="{D87117E8-004B-455D-A9D1-E30516F91726}" dt="2026-03-28T05:00:15.429" v="1178" actId="20577"/>
          <ac:spMkLst>
            <pc:docMk/>
            <pc:sldMk cId="0" sldId="265"/>
            <ac:spMk id="10" creationId="{00000000-0000-0000-0000-000000000000}"/>
          </ac:spMkLst>
        </pc:spChg>
      </pc:sldChg>
      <pc:sldChg chg="modSp mod">
        <pc:chgData name="Meet Patel" userId="d9c41ba6fcf02504" providerId="LiveId" clId="{D87117E8-004B-455D-A9D1-E30516F91726}" dt="2026-03-28T05:01:10.070" v="1201" actId="20577"/>
        <pc:sldMkLst>
          <pc:docMk/>
          <pc:sldMk cId="0" sldId="268"/>
        </pc:sldMkLst>
        <pc:spChg chg="mod">
          <ac:chgData name="Meet Patel" userId="d9c41ba6fcf02504" providerId="LiveId" clId="{D87117E8-004B-455D-A9D1-E30516F91726}" dt="2026-03-27T08:19:23.842" v="133" actId="207"/>
          <ac:spMkLst>
            <pc:docMk/>
            <pc:sldMk cId="0" sldId="268"/>
            <ac:spMk id="10" creationId="{00000000-0000-0000-0000-000000000000}"/>
          </ac:spMkLst>
        </pc:spChg>
        <pc:spChg chg="mod">
          <ac:chgData name="Meet Patel" userId="d9c41ba6fcf02504" providerId="LiveId" clId="{D87117E8-004B-455D-A9D1-E30516F91726}" dt="2026-03-28T05:01:10.070" v="1201" actId="20577"/>
          <ac:spMkLst>
            <pc:docMk/>
            <pc:sldMk cId="0" sldId="268"/>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24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365760" y="109728"/>
            <a:ext cx="201168" cy="201168"/>
          </a:xfrm>
          <a:prstGeom prst="rect">
            <a:avLst/>
          </a:prstGeom>
          <a:solidFill>
            <a:srgbClr val="F25022"/>
          </a:solidFill>
          <a:ln w="12700">
            <a:solidFill>
              <a:srgbClr val="F25022"/>
            </a:solidFill>
            <a:prstDash val="solid"/>
          </a:ln>
        </p:spPr>
      </p:sp>
      <p:sp>
        <p:nvSpPr>
          <p:cNvPr id="5" name="Shape 3"/>
          <p:cNvSpPr/>
          <p:nvPr/>
        </p:nvSpPr>
        <p:spPr>
          <a:xfrm>
            <a:off x="585216" y="109728"/>
            <a:ext cx="201168" cy="201168"/>
          </a:xfrm>
          <a:prstGeom prst="rect">
            <a:avLst/>
          </a:prstGeom>
          <a:solidFill>
            <a:srgbClr val="7FBA00"/>
          </a:solidFill>
          <a:ln w="12700">
            <a:solidFill>
              <a:srgbClr val="7FBA00"/>
            </a:solidFill>
            <a:prstDash val="solid"/>
          </a:ln>
        </p:spPr>
      </p:sp>
      <p:sp>
        <p:nvSpPr>
          <p:cNvPr id="6" name="Shape 4"/>
          <p:cNvSpPr/>
          <p:nvPr/>
        </p:nvSpPr>
        <p:spPr>
          <a:xfrm>
            <a:off x="365760" y="329184"/>
            <a:ext cx="201168" cy="201168"/>
          </a:xfrm>
          <a:prstGeom prst="rect">
            <a:avLst/>
          </a:prstGeom>
          <a:solidFill>
            <a:srgbClr val="00A4EF"/>
          </a:solidFill>
          <a:ln w="12700">
            <a:solidFill>
              <a:srgbClr val="00A4EF"/>
            </a:solidFill>
            <a:prstDash val="solid"/>
          </a:ln>
        </p:spPr>
      </p:sp>
      <p:sp>
        <p:nvSpPr>
          <p:cNvPr id="7" name="Shape 5"/>
          <p:cNvSpPr/>
          <p:nvPr/>
        </p:nvSpPr>
        <p:spPr>
          <a:xfrm>
            <a:off x="585216" y="329184"/>
            <a:ext cx="201168" cy="201168"/>
          </a:xfrm>
          <a:prstGeom prst="rect">
            <a:avLst/>
          </a:prstGeom>
          <a:solidFill>
            <a:srgbClr val="FFB900"/>
          </a:solidFill>
          <a:ln w="12700">
            <a:solidFill>
              <a:srgbClr val="FFB900"/>
            </a:solidFill>
            <a:prstDash val="solid"/>
          </a:ln>
        </p:spPr>
      </p:sp>
      <p:sp>
        <p:nvSpPr>
          <p:cNvPr id="8" name="Text 6"/>
          <p:cNvSpPr/>
          <p:nvPr/>
        </p:nvSpPr>
        <p:spPr>
          <a:xfrm>
            <a:off x="822960" y="91440"/>
            <a:ext cx="1371600" cy="457200"/>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Microsoft</a:t>
            </a:r>
            <a:endParaRPr lang="en-US" sz="1100" dirty="0"/>
          </a:p>
          <a:p>
            <a:pPr marL="0" indent="0">
              <a:buNone/>
            </a:pPr>
            <a:r>
              <a:rPr lang="en-US" sz="1100" dirty="0">
                <a:solidFill>
                  <a:srgbClr val="000000"/>
                </a:solidFill>
                <a:latin typeface="Calibri" pitchFamily="34" charset="0"/>
                <a:ea typeface="Calibri" pitchFamily="34" charset="-122"/>
                <a:cs typeface="Calibri" pitchFamily="34" charset="-120"/>
              </a:rPr>
              <a:t>Elevate</a:t>
            </a:r>
            <a:endParaRPr lang="en-US" sz="1100" dirty="0"/>
          </a:p>
        </p:txBody>
      </p:sp>
      <p:sp>
        <p:nvSpPr>
          <p:cNvPr id="9" name="Text 7"/>
          <p:cNvSpPr/>
          <p:nvPr/>
        </p:nvSpPr>
        <p:spPr>
          <a:xfrm>
            <a:off x="365760" y="822960"/>
            <a:ext cx="5029200" cy="411480"/>
          </a:xfrm>
          <a:prstGeom prst="rect">
            <a:avLst/>
          </a:prstGeom>
          <a:noFill/>
          <a:ln/>
        </p:spPr>
        <p:txBody>
          <a:bodyPr wrap="square"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CAPSTONE PROJECT</a:t>
            </a:r>
            <a:endParaRPr lang="en-US" sz="1600" dirty="0"/>
          </a:p>
        </p:txBody>
      </p:sp>
      <p:sp>
        <p:nvSpPr>
          <p:cNvPr id="10" name="Text 8"/>
          <p:cNvSpPr/>
          <p:nvPr/>
        </p:nvSpPr>
        <p:spPr>
          <a:xfrm>
            <a:off x="365760" y="1325880"/>
            <a:ext cx="5212080" cy="2103120"/>
          </a:xfrm>
          <a:prstGeom prst="rect">
            <a:avLst/>
          </a:prstGeom>
          <a:noFill/>
          <a:ln/>
        </p:spPr>
        <p:txBody>
          <a:bodyPr wrap="square"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Sustainable Energy Consumption and Carbon Emission Analysis using Power BI and Machine Learning (Linear Regression)</a:t>
            </a:r>
            <a:endParaRPr lang="en-US" sz="2400" dirty="0"/>
          </a:p>
        </p:txBody>
      </p:sp>
      <p:sp>
        <p:nvSpPr>
          <p:cNvPr id="11" name="Text 9"/>
          <p:cNvSpPr/>
          <p:nvPr/>
        </p:nvSpPr>
        <p:spPr>
          <a:xfrm>
            <a:off x="365760" y="3493008"/>
            <a:ext cx="5029200" cy="256032"/>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PRESENTED BY:</a:t>
            </a:r>
            <a:endParaRPr lang="en-US" sz="1200" dirty="0"/>
          </a:p>
        </p:txBody>
      </p:sp>
      <p:sp>
        <p:nvSpPr>
          <p:cNvPr id="12" name="Text 10"/>
          <p:cNvSpPr/>
          <p:nvPr/>
        </p:nvSpPr>
        <p:spPr>
          <a:xfrm>
            <a:off x="365760" y="3749040"/>
            <a:ext cx="5029200" cy="237744"/>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STUDENT NAME:  Meet Bharatbhai Patel</a:t>
            </a:r>
            <a:endParaRPr lang="en-US" sz="1100" dirty="0"/>
          </a:p>
        </p:txBody>
      </p:sp>
      <p:sp>
        <p:nvSpPr>
          <p:cNvPr id="13" name="Text 11"/>
          <p:cNvSpPr/>
          <p:nvPr/>
        </p:nvSpPr>
        <p:spPr>
          <a:xfrm>
            <a:off x="365760" y="3986784"/>
            <a:ext cx="5029200" cy="237744"/>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COLLEGE NAME:  Government Engineering College Gandhinagar</a:t>
            </a:r>
            <a:endParaRPr lang="en-US" sz="1100" dirty="0"/>
          </a:p>
        </p:txBody>
      </p:sp>
      <p:sp>
        <p:nvSpPr>
          <p:cNvPr id="14" name="Text 12"/>
          <p:cNvSpPr/>
          <p:nvPr/>
        </p:nvSpPr>
        <p:spPr>
          <a:xfrm>
            <a:off x="365760" y="4224528"/>
            <a:ext cx="5029200" cy="237744"/>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DEPARTMENT:     Electronics &amp; Communication Engineering</a:t>
            </a:r>
            <a:endParaRPr lang="en-US" sz="1100" dirty="0"/>
          </a:p>
        </p:txBody>
      </p:sp>
      <p:sp>
        <p:nvSpPr>
          <p:cNvPr id="15" name="Text 13"/>
          <p:cNvSpPr/>
          <p:nvPr/>
        </p:nvSpPr>
        <p:spPr>
          <a:xfrm>
            <a:off x="365760" y="4462272"/>
            <a:ext cx="5029200" cy="237744"/>
          </a:xfrm>
          <a:prstGeom prst="rect">
            <a:avLst/>
          </a:prstGeom>
          <a:noFill/>
          <a:ln/>
        </p:spPr>
        <p:txBody>
          <a:bodyPr wrap="square" rtlCol="0" anchor="ctr"/>
          <a:lstStyle/>
          <a:p>
            <a:pPr marL="0" indent="0">
              <a:buNone/>
            </a:pPr>
            <a:r>
              <a:rPr lang="en-US" sz="1100" dirty="0">
                <a:solidFill>
                  <a:srgbClr val="000000"/>
                </a:solidFill>
                <a:latin typeface="Calibri" pitchFamily="34" charset="0"/>
                <a:ea typeface="Calibri" pitchFamily="34" charset="-122"/>
                <a:cs typeface="Calibri" pitchFamily="34" charset="-120"/>
              </a:rPr>
              <a:t>EMAIL ID:            meet02471@gmail.com</a:t>
            </a:r>
            <a:endParaRPr lang="en-US" sz="1100" dirty="0"/>
          </a:p>
        </p:txBody>
      </p:sp>
      <p:sp>
        <p:nvSpPr>
          <p:cNvPr id="17" name="Shape 15"/>
          <p:cNvSpPr/>
          <p:nvPr/>
        </p:nvSpPr>
        <p:spPr>
          <a:xfrm>
            <a:off x="6492240" y="868680"/>
            <a:ext cx="1554480" cy="1554480"/>
          </a:xfrm>
          <a:prstGeom prst="ellipse">
            <a:avLst/>
          </a:prstGeom>
          <a:solidFill>
            <a:srgbClr val="C9A87C"/>
          </a:solidFill>
          <a:ln w="12700">
            <a:solidFill>
              <a:srgbClr val="C9A87C"/>
            </a:solidFill>
            <a:prstDash val="solid"/>
          </a:ln>
        </p:spPr>
      </p:sp>
      <p:sp>
        <p:nvSpPr>
          <p:cNvPr id="18" name="Shape 16"/>
          <p:cNvSpPr/>
          <p:nvPr/>
        </p:nvSpPr>
        <p:spPr>
          <a:xfrm>
            <a:off x="5943600" y="2468880"/>
            <a:ext cx="2651760" cy="1737360"/>
          </a:xfrm>
          <a:prstGeom prst="rect">
            <a:avLst/>
          </a:prstGeom>
          <a:solidFill>
            <a:srgbClr val="7B8FA6"/>
          </a:solidFill>
          <a:ln w="12700">
            <a:solidFill>
              <a:srgbClr val="7B8FA6"/>
            </a:solidFill>
            <a:prstDash val="solid"/>
          </a:ln>
        </p:spPr>
      </p:sp>
      <p:pic>
        <p:nvPicPr>
          <p:cNvPr id="20" name="Picture 19">
            <a:extLst>
              <a:ext uri="{FF2B5EF4-FFF2-40B4-BE49-F238E27FC236}">
                <a16:creationId xmlns:a16="http://schemas.microsoft.com/office/drawing/2014/main" id="{3145A765-0541-612D-20A8-7B53E0628FD5}"/>
              </a:ext>
            </a:extLst>
          </p:cNvPr>
          <p:cNvPicPr>
            <a:picLocks noChangeAspect="1"/>
          </p:cNvPicPr>
          <p:nvPr/>
        </p:nvPicPr>
        <p:blipFill>
          <a:blip r:embed="rId3"/>
          <a:stretch>
            <a:fillRect/>
          </a:stretch>
        </p:blipFill>
        <p:spPr>
          <a:xfrm>
            <a:off x="5577840" y="608470"/>
            <a:ext cx="3375369" cy="3986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640080"/>
          </a:xfrm>
          <a:prstGeom prst="rect">
            <a:avLst/>
          </a:prstGeom>
          <a:noFill/>
          <a:ln/>
        </p:spPr>
        <p:txBody>
          <a:bodyPr wrap="square" rtlCol="0" anchor="ctr"/>
          <a:lstStyle/>
          <a:p>
            <a:pPr marL="0" indent="0">
              <a:buNone/>
            </a:pPr>
            <a:r>
              <a:rPr lang="en-US" sz="3800" b="1" dirty="0">
                <a:solidFill>
                  <a:srgbClr val="000000"/>
                </a:solidFill>
                <a:latin typeface="Calibri" pitchFamily="34" charset="0"/>
                <a:ea typeface="Calibri" pitchFamily="34" charset="-122"/>
                <a:cs typeface="Calibri" pitchFamily="34" charset="-120"/>
              </a:rPr>
              <a:t>OUTLINE:</a:t>
            </a:r>
            <a:endParaRPr lang="en-US" sz="3800" dirty="0"/>
          </a:p>
        </p:txBody>
      </p:sp>
      <p:sp>
        <p:nvSpPr>
          <p:cNvPr id="10" name="Text 8"/>
          <p:cNvSpPr/>
          <p:nvPr/>
        </p:nvSpPr>
        <p:spPr>
          <a:xfrm>
            <a:off x="457200" y="1371600"/>
            <a:ext cx="8229600" cy="3291840"/>
          </a:xfrm>
          <a:prstGeom prst="rect">
            <a:avLst/>
          </a:prstGeom>
          <a:noFill/>
          <a:ln/>
        </p:spPr>
        <p:txBody>
          <a:bodyPr wrap="square" rtlCol="0" anchor="ctr"/>
          <a:lstStyle/>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Problem Statement</a:t>
            </a:r>
            <a:r>
              <a:rPr lang="en-US" sz="1600" dirty="0">
                <a:solidFill>
                  <a:srgbClr val="000000"/>
                </a:solidFill>
                <a:latin typeface="Calibri" pitchFamily="34" charset="0"/>
                <a:ea typeface="Calibri" pitchFamily="34" charset="-122"/>
                <a:cs typeface="Calibri" pitchFamily="34" charset="-120"/>
              </a:rPr>
              <a:t> </a:t>
            </a:r>
            <a:r>
              <a:rPr lang="en-US" sz="1600" b="1" dirty="0">
                <a:solidFill>
                  <a:srgbClr val="000000"/>
                </a:solidFill>
                <a:latin typeface="Calibri" pitchFamily="34" charset="0"/>
                <a:ea typeface="Calibri" pitchFamily="34" charset="-122"/>
                <a:cs typeface="Calibri" pitchFamily="34" charset="-120"/>
              </a:rPr>
              <a:t>Proposed System/Solution</a:t>
            </a:r>
            <a:endParaRPr lang="en-US" sz="1600" dirty="0"/>
          </a:p>
          <a:p>
            <a:pPr marL="285750" indent="-285750">
              <a:spcAft>
                <a:spcPts val="200"/>
              </a:spcAft>
              <a:buFont typeface="Arial" panose="020B0604020202020204" pitchFamily="34" charset="0"/>
              <a:buChar char="•"/>
            </a:pPr>
            <a:r>
              <a:rPr lang="en-US" sz="1600" b="1" dirty="0">
                <a:solidFill>
                  <a:srgbClr val="000000"/>
                </a:solidFill>
                <a:latin typeface="Calibri" pitchFamily="34" charset="0"/>
                <a:ea typeface="Calibri" pitchFamily="34" charset="-122"/>
                <a:cs typeface="Calibri" pitchFamily="34" charset="-120"/>
              </a:rPr>
              <a:t>   System Development Approach</a:t>
            </a:r>
            <a:r>
              <a:rPr lang="en-US" sz="1600" dirty="0">
                <a:solidFill>
                  <a:srgbClr val="000000"/>
                </a:solidFill>
                <a:latin typeface="Calibri" pitchFamily="34" charset="0"/>
                <a:ea typeface="Calibri" pitchFamily="34" charset="-122"/>
                <a:cs typeface="Calibri" pitchFamily="34" charset="-120"/>
              </a:rPr>
              <a:t> </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Algorithm &amp; Deployment</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Result: ML Model Accuracy &amp; Dashboard KPIs</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Result: Country-wise CO₂ &amp; Renewables Analysis</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Result: ML CO₂ Forecast 2024–2035</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Conclusion</a:t>
            </a:r>
            <a:endParaRPr lang="en-US" sz="1600" dirty="0"/>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Future Scope  </a:t>
            </a:r>
          </a:p>
          <a:p>
            <a:pPr marL="342900" indent="-342900">
              <a:spcAft>
                <a:spcPts val="200"/>
              </a:spcAft>
              <a:buSzPct val="100000"/>
              <a:buChar char="•"/>
            </a:pPr>
            <a:r>
              <a:rPr lang="en-US" sz="1600" b="1" dirty="0">
                <a:solidFill>
                  <a:srgbClr val="000000"/>
                </a:solidFill>
                <a:latin typeface="Calibri" pitchFamily="34" charset="0"/>
                <a:ea typeface="Calibri" pitchFamily="34" charset="-122"/>
                <a:cs typeface="Calibri" pitchFamily="34" charset="-120"/>
              </a:rPr>
              <a:t>References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PROBLEM STATEMENT:</a:t>
            </a:r>
            <a:endParaRPr lang="en-US" sz="3200" dirty="0"/>
          </a:p>
        </p:txBody>
      </p:sp>
      <p:sp>
        <p:nvSpPr>
          <p:cNvPr id="10" name="Text 8"/>
          <p:cNvSpPr/>
          <p:nvPr/>
        </p:nvSpPr>
        <p:spPr>
          <a:xfrm>
            <a:off x="365760" y="1325880"/>
            <a:ext cx="8412480" cy="777240"/>
          </a:xfrm>
          <a:prstGeom prst="rect">
            <a:avLst/>
          </a:prstGeom>
          <a:noFill/>
          <a:ln/>
        </p:spPr>
        <p:txBody>
          <a:bodyPr wrap="square" rtlCol="0" anchor="ctr"/>
          <a:lstStyle/>
          <a:p>
            <a:pPr marL="0" indent="0">
              <a:buNone/>
            </a:pPr>
            <a:r>
              <a:rPr lang="en-US" sz="1300" dirty="0">
                <a:latin typeface="Calibri" pitchFamily="34" charset="0"/>
                <a:ea typeface="Calibri" pitchFamily="34" charset="-122"/>
                <a:cs typeface="Calibri" pitchFamily="34" charset="-120"/>
              </a:rPr>
              <a:t>Global energy consumption is increasing rapidly due to industrialization and population growth. The heavy reliance on fossil fuels — coal, oil, and natural gas — has led to a significant rise in carbon dioxide (CO₂) emissions, directly contributing to climate change and global warming.</a:t>
            </a:r>
            <a:endParaRPr lang="en-US" sz="1300" dirty="0"/>
          </a:p>
        </p:txBody>
      </p:sp>
      <p:sp>
        <p:nvSpPr>
          <p:cNvPr id="11" name="Text 9"/>
          <p:cNvSpPr/>
          <p:nvPr/>
        </p:nvSpPr>
        <p:spPr>
          <a:xfrm>
            <a:off x="365760" y="2148840"/>
            <a:ext cx="8412480" cy="777240"/>
          </a:xfrm>
          <a:prstGeom prst="rect">
            <a:avLst/>
          </a:prstGeom>
          <a:noFill/>
          <a:ln/>
        </p:spPr>
        <p:txBody>
          <a:bodyPr wrap="square" rtlCol="0" anchor="ctr"/>
          <a:lstStyle/>
          <a:p>
            <a:pPr marL="0" indent="0">
              <a:buNone/>
            </a:pPr>
            <a:r>
              <a:rPr lang="en-US" sz="1300" dirty="0">
                <a:latin typeface="Calibri" pitchFamily="34" charset="0"/>
                <a:ea typeface="Calibri" pitchFamily="34" charset="-122"/>
                <a:cs typeface="Calibri" pitchFamily="34" charset="-120"/>
              </a:rPr>
              <a:t>Despite growing investments in renewable energy (solar, wind, hydro), the rate of transition remains insufficient. Countries vary widely in energy consumption patterns, renewable adoption, and emission profiles, making it difficult to derive meaningful insights without a centralized analytical platform.</a:t>
            </a:r>
            <a:endParaRPr lang="en-US" sz="1300" dirty="0"/>
          </a:p>
        </p:txBody>
      </p:sp>
      <p:sp>
        <p:nvSpPr>
          <p:cNvPr id="12" name="Text 10"/>
          <p:cNvSpPr/>
          <p:nvPr/>
        </p:nvSpPr>
        <p:spPr>
          <a:xfrm>
            <a:off x="365760" y="2971800"/>
            <a:ext cx="8412480" cy="777240"/>
          </a:xfrm>
          <a:prstGeom prst="rect">
            <a:avLst/>
          </a:prstGeom>
          <a:noFill/>
          <a:ln/>
        </p:spPr>
        <p:txBody>
          <a:bodyPr wrap="square" rtlCol="0" anchor="ctr"/>
          <a:lstStyle/>
          <a:p>
            <a:pPr marL="0" indent="0">
              <a:buNone/>
            </a:pPr>
            <a:r>
              <a:rPr lang="en-US" sz="1300" dirty="0">
                <a:latin typeface="Calibri" pitchFamily="34" charset="0"/>
                <a:ea typeface="Calibri" pitchFamily="34" charset="-122"/>
                <a:cs typeface="Calibri" pitchFamily="34" charset="-120"/>
              </a:rPr>
              <a:t>There is a critical need for a data-driven tool to analyze global energy trends, compare country-level CO₂ emission performance, and forecast future emission levels using Machine Learning — enabling policymakers to make evidence-based decisions aligned with UN Sustainable Development Goal 7 (Clean Energy).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PROPOSED SOLUTION:</a:t>
            </a:r>
            <a:endParaRPr lang="en-US" sz="3200" dirty="0"/>
          </a:p>
        </p:txBody>
      </p:sp>
      <p:sp>
        <p:nvSpPr>
          <p:cNvPr id="10" name="Text 8"/>
          <p:cNvSpPr/>
          <p:nvPr/>
        </p:nvSpPr>
        <p:spPr>
          <a:xfrm>
            <a:off x="365760" y="1325880"/>
            <a:ext cx="8412480" cy="338328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The proposed system analyzes global energy consumption and CO₂ emissions using Machine Learning and interactive visualization:</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Collection:</a:t>
            </a:r>
            <a:endParaRPr lang="en-US" sz="12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Historical data for 5 countries (India, USA, China, Germany, Brazil) 2010–2023: CO₂, Energy per Capita, Renewables %, Fossil %</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Preprocessing:</a:t>
            </a:r>
            <a:endParaRPr lang="en-US" sz="12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Cleaned using Python pandas — handled missing values, Label Encoded countries, standardized columns</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Machine Learning Algorithm:</a:t>
            </a:r>
            <a:endParaRPr lang="en-US" sz="12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Linear Regression (scikit-learn) predicts future CO₂ emissions. R² Score: 0.9127 → 91.27% accuracy</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Deployment:</a:t>
            </a:r>
            <a:endParaRPr lang="en-US" sz="12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Interactive HTML dashboard (4 tabs: Overview, ML Prediction, Country Analysis, Energy Mix) built in VS Code using Chart.js</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Evaluation:</a:t>
            </a:r>
            <a:endParaRPr lang="en-US" sz="12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Model evaluated using R² Score = 0.9127 and MSE. CO₂ predictions generated for 2024–2035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200" b="1" dirty="0">
                <a:solidFill>
                  <a:srgbClr val="000000"/>
                </a:solidFill>
                <a:latin typeface="Calibri" pitchFamily="34" charset="0"/>
                <a:ea typeface="Calibri" pitchFamily="34" charset="-122"/>
                <a:cs typeface="Calibri" pitchFamily="34" charset="-120"/>
              </a:rPr>
              <a:t>SYSTEM APPROACH:</a:t>
            </a:r>
            <a:endParaRPr lang="en-US" sz="3200" dirty="0"/>
          </a:p>
        </p:txBody>
      </p:sp>
      <p:sp>
        <p:nvSpPr>
          <p:cNvPr id="10" name="Text 8"/>
          <p:cNvSpPr/>
          <p:nvPr/>
        </p:nvSpPr>
        <p:spPr>
          <a:xfrm>
            <a:off x="365760" y="1325880"/>
            <a:ext cx="8412480" cy="41148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The System Approach outlines the strategy and methodology for developing the Sustainable Energy Analysis system:</a:t>
            </a:r>
            <a:endParaRPr lang="en-US" sz="1200" dirty="0"/>
          </a:p>
        </p:txBody>
      </p:sp>
      <p:sp>
        <p:nvSpPr>
          <p:cNvPr id="11" name="Shape 9"/>
          <p:cNvSpPr/>
          <p:nvPr/>
        </p:nvSpPr>
        <p:spPr>
          <a:xfrm>
            <a:off x="365760" y="1828800"/>
            <a:ext cx="3931920" cy="2834640"/>
          </a:xfrm>
          <a:prstGeom prst="rect">
            <a:avLst/>
          </a:prstGeom>
          <a:solidFill>
            <a:srgbClr val="F0F4FF"/>
          </a:solidFill>
          <a:ln w="12700">
            <a:solidFill>
              <a:srgbClr val="C0C8E8"/>
            </a:solidFill>
            <a:prstDash val="solid"/>
          </a:ln>
        </p:spPr>
      </p:sp>
      <p:sp>
        <p:nvSpPr>
          <p:cNvPr id="12" name="Shape 10"/>
          <p:cNvSpPr/>
          <p:nvPr/>
        </p:nvSpPr>
        <p:spPr>
          <a:xfrm>
            <a:off x="365760" y="1828800"/>
            <a:ext cx="3931920" cy="402336"/>
          </a:xfrm>
          <a:prstGeom prst="rect">
            <a:avLst/>
          </a:prstGeom>
          <a:solidFill>
            <a:srgbClr val="1C2951"/>
          </a:solidFill>
          <a:ln w="12700">
            <a:solidFill>
              <a:srgbClr val="1C2951"/>
            </a:solidFill>
            <a:prstDash val="solid"/>
          </a:ln>
        </p:spPr>
      </p:sp>
      <p:sp>
        <p:nvSpPr>
          <p:cNvPr id="13" name="Text 11"/>
          <p:cNvSpPr/>
          <p:nvPr/>
        </p:nvSpPr>
        <p:spPr>
          <a:xfrm>
            <a:off x="457200" y="1847088"/>
            <a:ext cx="3749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System Requirements</a:t>
            </a:r>
            <a:endParaRPr lang="en-US" sz="1300" dirty="0"/>
          </a:p>
        </p:txBody>
      </p:sp>
      <p:sp>
        <p:nvSpPr>
          <p:cNvPr id="14" name="Text 12"/>
          <p:cNvSpPr/>
          <p:nvPr/>
        </p:nvSpPr>
        <p:spPr>
          <a:xfrm>
            <a:off x="548640" y="2304288"/>
            <a:ext cx="3566160" cy="2240280"/>
          </a:xfrm>
          <a:prstGeom prst="rect">
            <a:avLst/>
          </a:prstGeom>
          <a:noFill/>
          <a:ln/>
        </p:spPr>
        <p:txBody>
          <a:bodyPr wrap="square" rtlCol="0" anchor="ctr"/>
          <a:lstStyle/>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OS: Windows 10/11</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Python 3.x (Google Colab)</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VS Code (Dashboard Editor)</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Google Chrome (Preview)</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Minimum 4GB RAM</a:t>
            </a:r>
            <a:endParaRPr lang="en-US" sz="1200" dirty="0"/>
          </a:p>
        </p:txBody>
      </p:sp>
      <p:sp>
        <p:nvSpPr>
          <p:cNvPr id="15" name="Shape 13"/>
          <p:cNvSpPr/>
          <p:nvPr/>
        </p:nvSpPr>
        <p:spPr>
          <a:xfrm>
            <a:off x="4754880" y="1828800"/>
            <a:ext cx="4114800" cy="2834640"/>
          </a:xfrm>
          <a:prstGeom prst="rect">
            <a:avLst/>
          </a:prstGeom>
          <a:solidFill>
            <a:srgbClr val="F0FFF4"/>
          </a:solidFill>
          <a:ln w="12700">
            <a:solidFill>
              <a:srgbClr val="A0D8A0"/>
            </a:solidFill>
            <a:prstDash val="solid"/>
          </a:ln>
        </p:spPr>
      </p:sp>
      <p:sp>
        <p:nvSpPr>
          <p:cNvPr id="16" name="Shape 14"/>
          <p:cNvSpPr/>
          <p:nvPr/>
        </p:nvSpPr>
        <p:spPr>
          <a:xfrm>
            <a:off x="4754880" y="1828800"/>
            <a:ext cx="4114800" cy="402336"/>
          </a:xfrm>
          <a:prstGeom prst="rect">
            <a:avLst/>
          </a:prstGeom>
          <a:solidFill>
            <a:srgbClr val="00A651"/>
          </a:solidFill>
          <a:ln w="12700">
            <a:solidFill>
              <a:srgbClr val="00A651"/>
            </a:solidFill>
            <a:prstDash val="solid"/>
          </a:ln>
        </p:spPr>
      </p:sp>
      <p:sp>
        <p:nvSpPr>
          <p:cNvPr id="17" name="Text 15"/>
          <p:cNvSpPr/>
          <p:nvPr/>
        </p:nvSpPr>
        <p:spPr>
          <a:xfrm>
            <a:off x="4846320" y="1847088"/>
            <a:ext cx="38404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Library Required to Build Model</a:t>
            </a:r>
            <a:endParaRPr lang="en-US" sz="1300" dirty="0"/>
          </a:p>
        </p:txBody>
      </p:sp>
      <p:sp>
        <p:nvSpPr>
          <p:cNvPr id="18" name="Text 16"/>
          <p:cNvSpPr/>
          <p:nvPr/>
        </p:nvSpPr>
        <p:spPr>
          <a:xfrm>
            <a:off x="4937760" y="2304288"/>
            <a:ext cx="3749040" cy="2240280"/>
          </a:xfrm>
          <a:prstGeom prst="rect">
            <a:avLst/>
          </a:prstGeom>
          <a:noFill/>
          <a:ln/>
        </p:spPr>
        <p:txBody>
          <a:bodyPr wrap="square" rtlCol="0" anchor="ctr"/>
          <a:lstStyle/>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pandas — Data manipulation &amp; analysis</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numpy — Numerical computation</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scikit-learn — Linear Regression ML model</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matplotlib — Python chart generation</a:t>
            </a:r>
            <a:endParaRPr lang="en-US" sz="1200" dirty="0"/>
          </a:p>
          <a:p>
            <a:pPr marL="342900" indent="-342900">
              <a:buSzPct val="100000"/>
              <a:buChar char="•"/>
            </a:pPr>
            <a:r>
              <a:rPr lang="en-US" sz="1200" dirty="0">
                <a:solidFill>
                  <a:srgbClr val="333333"/>
                </a:solidFill>
                <a:latin typeface="Calibri" pitchFamily="34" charset="0"/>
                <a:ea typeface="Calibri" pitchFamily="34" charset="-122"/>
                <a:cs typeface="Calibri" pitchFamily="34" charset="-120"/>
              </a:rPr>
              <a:t>Chart.js — Interactive web dashboard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2800" b="1" dirty="0">
                <a:solidFill>
                  <a:srgbClr val="000000"/>
                </a:solidFill>
                <a:latin typeface="Calibri" pitchFamily="34" charset="0"/>
                <a:ea typeface="Calibri" pitchFamily="34" charset="-122"/>
                <a:cs typeface="Calibri" pitchFamily="34" charset="-120"/>
              </a:rPr>
              <a:t>ALGORITHM &amp; DEPLOYMENT:</a:t>
            </a:r>
            <a:endParaRPr lang="en-US" sz="2800" dirty="0"/>
          </a:p>
        </p:txBody>
      </p:sp>
      <p:sp>
        <p:nvSpPr>
          <p:cNvPr id="10" name="Text 8"/>
          <p:cNvSpPr/>
          <p:nvPr/>
        </p:nvSpPr>
        <p:spPr>
          <a:xfrm>
            <a:off x="365760" y="1325880"/>
            <a:ext cx="8412480" cy="338328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In the Algorithm section, the machine learning algorithm chosen for predicting CO₂ emissions is described:</a:t>
            </a:r>
            <a:endParaRPr lang="en-US" sz="12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Algorithm Selection:</a:t>
            </a:r>
            <a:endParaRPr lang="en-US" sz="1200" dirty="0"/>
          </a:p>
          <a:p>
            <a:pPr marL="685800" lvl="1" indent="-342900">
              <a:buSzPct val="100000"/>
              <a:buChar char="•"/>
            </a:pPr>
            <a:r>
              <a:rPr lang="en-US" sz="1150" dirty="0">
                <a:solidFill>
                  <a:srgbClr val="333333"/>
                </a:solidFill>
                <a:latin typeface="Calibri" pitchFamily="34" charset="0"/>
                <a:ea typeface="Calibri" pitchFamily="34" charset="-122"/>
                <a:cs typeface="Calibri" pitchFamily="34" charset="-120"/>
              </a:rPr>
              <a:t>Linear Regression (scikit-learn) selected for simplicity and interpretability. Linear relationship between energy consumption and CO₂ makes it ideal. R² = 0.9127 </a:t>
            </a:r>
            <a:r>
              <a:rPr lang="en-US" sz="1150">
                <a:solidFill>
                  <a:srgbClr val="333333"/>
                </a:solidFill>
                <a:latin typeface="Calibri" pitchFamily="34" charset="0"/>
                <a:ea typeface="Calibri" pitchFamily="34" charset="-122"/>
                <a:cs typeface="Calibri" pitchFamily="34" charset="-120"/>
              </a:rPr>
              <a:t>(91.27% </a:t>
            </a:r>
            <a:r>
              <a:rPr lang="en-US" sz="1150" dirty="0">
                <a:solidFill>
                  <a:srgbClr val="333333"/>
                </a:solidFill>
                <a:latin typeface="Calibri" pitchFamily="34" charset="0"/>
                <a:ea typeface="Calibri" pitchFamily="34" charset="-122"/>
                <a:cs typeface="Calibri" pitchFamily="34" charset="-120"/>
              </a:rPr>
              <a:t>accuracy).</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Data Input:</a:t>
            </a:r>
            <a:endParaRPr lang="en-US" sz="1200" dirty="0"/>
          </a:p>
          <a:p>
            <a:pPr marL="685800" lvl="1" indent="-342900">
              <a:buSzPct val="100000"/>
              <a:buChar char="•"/>
            </a:pPr>
            <a:r>
              <a:rPr lang="en-US" sz="1150" dirty="0">
                <a:solidFill>
                  <a:srgbClr val="333333"/>
                </a:solidFill>
                <a:latin typeface="Calibri" pitchFamily="34" charset="0"/>
                <a:ea typeface="Calibri" pitchFamily="34" charset="-122"/>
                <a:cs typeface="Calibri" pitchFamily="34" charset="-120"/>
              </a:rPr>
              <a:t>Features: Year, Energy per Capita (kWh), Renewables Share (%), Country (Label Encoded). Target: CO₂ Emissions (Mt)</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Training Process:</a:t>
            </a:r>
            <a:endParaRPr lang="en-US" sz="1200" dirty="0"/>
          </a:p>
          <a:p>
            <a:pPr marL="685800" lvl="1" indent="-342900">
              <a:buSzPct val="100000"/>
              <a:buChar char="•"/>
            </a:pPr>
            <a:r>
              <a:rPr lang="en-US" sz="1150" dirty="0">
                <a:solidFill>
                  <a:srgbClr val="333333"/>
                </a:solidFill>
                <a:latin typeface="Calibri" pitchFamily="34" charset="0"/>
                <a:ea typeface="Calibri" pitchFamily="34" charset="-122"/>
                <a:cs typeface="Calibri" pitchFamily="34" charset="-120"/>
              </a:rPr>
              <a:t>80% training / 20% testing split. LabelEncoder for country. scikit-learn LinearRegression trained on 2010–2023 data. Final R² Score: 0.9127</a:t>
            </a:r>
            <a:endParaRPr lang="en-US" sz="12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Prediction Process:</a:t>
            </a:r>
            <a:endParaRPr lang="en-US" sz="1200" dirty="0"/>
          </a:p>
          <a:p>
            <a:pPr marL="685800" lvl="1" indent="-342900">
              <a:buSzPct val="100000"/>
              <a:buChar char="•"/>
            </a:pPr>
            <a:r>
              <a:rPr lang="en-US" sz="1150" dirty="0">
                <a:solidFill>
                  <a:srgbClr val="333333"/>
                </a:solidFill>
                <a:latin typeface="Calibri" pitchFamily="34" charset="0"/>
                <a:ea typeface="Calibri" pitchFamily="34" charset="-122"/>
                <a:cs typeface="Calibri" pitchFamily="34" charset="-120"/>
              </a:rPr>
              <a:t>Model predicts CO₂ for 2024–2035. Assumes 1% annual energy growth + 0.5% annual renewables increase per country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2600" b="1" dirty="0">
                <a:solidFill>
                  <a:srgbClr val="000000"/>
                </a:solidFill>
                <a:latin typeface="Calibri" pitchFamily="34" charset="0"/>
                <a:ea typeface="Calibri" pitchFamily="34" charset="-122"/>
                <a:cs typeface="Calibri" pitchFamily="34" charset="-120"/>
              </a:rPr>
              <a:t>RESULT (1/3): ML Model Accuracy &amp; Dashboard KPIs</a:t>
            </a:r>
            <a:endParaRPr lang="en-US" sz="2600" dirty="0"/>
          </a:p>
        </p:txBody>
      </p:sp>
      <p:sp>
        <p:nvSpPr>
          <p:cNvPr id="10" name="Shape 8"/>
          <p:cNvSpPr/>
          <p:nvPr/>
        </p:nvSpPr>
        <p:spPr>
          <a:xfrm>
            <a:off x="274320" y="1325880"/>
            <a:ext cx="2743200" cy="1005840"/>
          </a:xfrm>
          <a:prstGeom prst="rect">
            <a:avLst/>
          </a:prstGeom>
          <a:solidFill>
            <a:srgbClr val="DBEAFE"/>
          </a:solidFill>
          <a:ln w="12700">
            <a:solidFill>
              <a:srgbClr val="93C5FD"/>
            </a:solidFill>
            <a:prstDash val="solid"/>
          </a:ln>
        </p:spPr>
      </p:sp>
      <p:sp>
        <p:nvSpPr>
          <p:cNvPr id="11" name="Text 9"/>
          <p:cNvSpPr/>
          <p:nvPr/>
        </p:nvSpPr>
        <p:spPr>
          <a:xfrm>
            <a:off x="274320" y="1325880"/>
            <a:ext cx="2743200" cy="621792"/>
          </a:xfrm>
          <a:prstGeom prst="rect">
            <a:avLst/>
          </a:prstGeom>
          <a:noFill/>
          <a:ln/>
        </p:spPr>
        <p:txBody>
          <a:bodyPr wrap="square" rtlCol="0" anchor="b"/>
          <a:lstStyle/>
          <a:p>
            <a:pPr algn="ctr"/>
            <a:r>
              <a:rPr lang="en-IN" sz="2800" b="1" dirty="0">
                <a:solidFill>
                  <a:schemeClr val="accent1">
                    <a:lumMod val="75000"/>
                  </a:schemeClr>
                </a:solidFill>
              </a:rPr>
              <a:t>91.27%</a:t>
            </a:r>
            <a:endParaRPr lang="en-US" sz="2800" b="1" dirty="0">
              <a:solidFill>
                <a:schemeClr val="accent1">
                  <a:lumMod val="75000"/>
                </a:schemeClr>
              </a:solidFill>
            </a:endParaRPr>
          </a:p>
        </p:txBody>
      </p:sp>
      <p:sp>
        <p:nvSpPr>
          <p:cNvPr id="12" name="Text 10"/>
          <p:cNvSpPr/>
          <p:nvPr/>
        </p:nvSpPr>
        <p:spPr>
          <a:xfrm>
            <a:off x="274320" y="1947672"/>
            <a:ext cx="2743200" cy="347472"/>
          </a:xfrm>
          <a:prstGeom prst="rect">
            <a:avLst/>
          </a:prstGeom>
          <a:noFill/>
          <a:ln/>
        </p:spPr>
        <p:txBody>
          <a:bodyPr wrap="square" rtlCol="0" anchor="ctr"/>
          <a:lstStyle/>
          <a:p>
            <a:pPr marL="0" indent="0" algn="ctr">
              <a:buNone/>
            </a:pPr>
            <a:r>
              <a:rPr lang="en-US" sz="1200" dirty="0">
                <a:solidFill>
                  <a:srgbClr val="1E40AF"/>
                </a:solidFill>
                <a:latin typeface="Calibri" pitchFamily="34" charset="0"/>
                <a:ea typeface="Calibri" pitchFamily="34" charset="-122"/>
                <a:cs typeface="Calibri" pitchFamily="34" charset="-120"/>
              </a:rPr>
              <a:t>Model Accuracy</a:t>
            </a:r>
            <a:endParaRPr lang="en-US" sz="1200" dirty="0"/>
          </a:p>
        </p:txBody>
      </p:sp>
      <p:sp>
        <p:nvSpPr>
          <p:cNvPr id="13" name="Shape 11"/>
          <p:cNvSpPr/>
          <p:nvPr/>
        </p:nvSpPr>
        <p:spPr>
          <a:xfrm>
            <a:off x="3200400" y="1325880"/>
            <a:ext cx="2743200" cy="1005840"/>
          </a:xfrm>
          <a:prstGeom prst="rect">
            <a:avLst/>
          </a:prstGeom>
          <a:solidFill>
            <a:srgbClr val="DCFCE7"/>
          </a:solidFill>
          <a:ln w="12700">
            <a:solidFill>
              <a:srgbClr val="86EFAC"/>
            </a:solidFill>
            <a:prstDash val="solid"/>
          </a:ln>
        </p:spPr>
      </p:sp>
      <p:sp>
        <p:nvSpPr>
          <p:cNvPr id="14" name="Text 12"/>
          <p:cNvSpPr/>
          <p:nvPr/>
        </p:nvSpPr>
        <p:spPr>
          <a:xfrm>
            <a:off x="3200400" y="1325880"/>
            <a:ext cx="2743200" cy="621792"/>
          </a:xfrm>
          <a:prstGeom prst="rect">
            <a:avLst/>
          </a:prstGeom>
          <a:noFill/>
          <a:ln/>
        </p:spPr>
        <p:txBody>
          <a:bodyPr wrap="square" rtlCol="0" anchor="b"/>
          <a:lstStyle/>
          <a:p>
            <a:pPr algn="ctr"/>
            <a:r>
              <a:rPr lang="en-US" sz="2400" b="1" dirty="0">
                <a:solidFill>
                  <a:srgbClr val="166534"/>
                </a:solidFill>
                <a:latin typeface="Calibri" pitchFamily="34" charset="0"/>
                <a:ea typeface="Calibri" pitchFamily="34" charset="-122"/>
                <a:cs typeface="Calibri" pitchFamily="34" charset="-120"/>
              </a:rPr>
              <a:t>R²</a:t>
            </a:r>
            <a:r>
              <a:rPr lang="en-US" sz="2400" dirty="0">
                <a:solidFill>
                  <a:srgbClr val="166534"/>
                </a:solidFill>
                <a:latin typeface="Calibri" pitchFamily="34" charset="0"/>
                <a:ea typeface="Calibri" pitchFamily="34" charset="-122"/>
                <a:cs typeface="Calibri" pitchFamily="34" charset="-120"/>
              </a:rPr>
              <a:t> =</a:t>
            </a:r>
            <a:r>
              <a:rPr lang="en-IN" sz="2400" dirty="0"/>
              <a:t> </a:t>
            </a:r>
            <a:r>
              <a:rPr lang="en-IN" sz="2400" b="1" dirty="0">
                <a:solidFill>
                  <a:schemeClr val="accent6">
                    <a:lumMod val="75000"/>
                  </a:schemeClr>
                </a:solidFill>
              </a:rPr>
              <a:t>0.9127</a:t>
            </a:r>
            <a:endParaRPr lang="en-US" sz="2400" b="1" dirty="0">
              <a:solidFill>
                <a:schemeClr val="accent6">
                  <a:lumMod val="75000"/>
                </a:schemeClr>
              </a:solidFill>
            </a:endParaRPr>
          </a:p>
        </p:txBody>
      </p:sp>
      <p:sp>
        <p:nvSpPr>
          <p:cNvPr id="15" name="Text 13"/>
          <p:cNvSpPr/>
          <p:nvPr/>
        </p:nvSpPr>
        <p:spPr>
          <a:xfrm>
            <a:off x="3200400" y="1947672"/>
            <a:ext cx="2743200" cy="347472"/>
          </a:xfrm>
          <a:prstGeom prst="rect">
            <a:avLst/>
          </a:prstGeom>
          <a:noFill/>
          <a:ln/>
        </p:spPr>
        <p:txBody>
          <a:bodyPr wrap="square" rtlCol="0" anchor="ctr"/>
          <a:lstStyle/>
          <a:p>
            <a:pPr marL="0" indent="0" algn="ctr">
              <a:buNone/>
            </a:pPr>
            <a:r>
              <a:rPr lang="en-US" sz="1200" dirty="0">
                <a:solidFill>
                  <a:srgbClr val="166534"/>
                </a:solidFill>
                <a:latin typeface="Calibri" pitchFamily="34" charset="0"/>
                <a:ea typeface="Calibri" pitchFamily="34" charset="-122"/>
                <a:cs typeface="Calibri" pitchFamily="34" charset="-120"/>
              </a:rPr>
              <a:t>Regression Score</a:t>
            </a:r>
            <a:endParaRPr lang="en-US" sz="1200" dirty="0"/>
          </a:p>
        </p:txBody>
      </p:sp>
      <p:sp>
        <p:nvSpPr>
          <p:cNvPr id="16" name="Shape 14"/>
          <p:cNvSpPr/>
          <p:nvPr/>
        </p:nvSpPr>
        <p:spPr>
          <a:xfrm>
            <a:off x="6126480" y="1325880"/>
            <a:ext cx="2743200" cy="1005840"/>
          </a:xfrm>
          <a:prstGeom prst="rect">
            <a:avLst/>
          </a:prstGeom>
          <a:solidFill>
            <a:srgbClr val="FEF3C7"/>
          </a:solidFill>
          <a:ln w="12700">
            <a:solidFill>
              <a:srgbClr val="FCD34D"/>
            </a:solidFill>
            <a:prstDash val="solid"/>
          </a:ln>
        </p:spPr>
      </p:sp>
      <p:sp>
        <p:nvSpPr>
          <p:cNvPr id="17" name="Text 15"/>
          <p:cNvSpPr/>
          <p:nvPr/>
        </p:nvSpPr>
        <p:spPr>
          <a:xfrm>
            <a:off x="6126480" y="1325880"/>
            <a:ext cx="2743200" cy="621792"/>
          </a:xfrm>
          <a:prstGeom prst="rect">
            <a:avLst/>
          </a:prstGeom>
          <a:noFill/>
          <a:ln/>
        </p:spPr>
        <p:txBody>
          <a:bodyPr wrap="square" rtlCol="0" anchor="b"/>
          <a:lstStyle/>
          <a:p>
            <a:pPr marL="0" indent="0" algn="ctr">
              <a:buNone/>
            </a:pPr>
            <a:r>
              <a:rPr lang="en-US" sz="2400" b="1" dirty="0">
                <a:solidFill>
                  <a:srgbClr val="92400E"/>
                </a:solidFill>
                <a:latin typeface="Calibri" pitchFamily="34" charset="0"/>
                <a:ea typeface="Calibri" pitchFamily="34" charset="-122"/>
                <a:cs typeface="Calibri" pitchFamily="34" charset="-120"/>
              </a:rPr>
              <a:t>2024–2035</a:t>
            </a:r>
            <a:endParaRPr lang="en-US" sz="2400" dirty="0"/>
          </a:p>
        </p:txBody>
      </p:sp>
      <p:sp>
        <p:nvSpPr>
          <p:cNvPr id="18" name="Text 16"/>
          <p:cNvSpPr/>
          <p:nvPr/>
        </p:nvSpPr>
        <p:spPr>
          <a:xfrm>
            <a:off x="6126480" y="1947672"/>
            <a:ext cx="2743200" cy="347472"/>
          </a:xfrm>
          <a:prstGeom prst="rect">
            <a:avLst/>
          </a:prstGeom>
          <a:noFill/>
          <a:ln/>
        </p:spPr>
        <p:txBody>
          <a:bodyPr wrap="square" rtlCol="0" anchor="ctr"/>
          <a:lstStyle/>
          <a:p>
            <a:pPr marL="0" indent="0" algn="ctr">
              <a:buNone/>
            </a:pPr>
            <a:r>
              <a:rPr lang="en-US" sz="1200" dirty="0">
                <a:solidFill>
                  <a:srgbClr val="92400E"/>
                </a:solidFill>
                <a:latin typeface="Calibri" pitchFamily="34" charset="0"/>
                <a:ea typeface="Calibri" pitchFamily="34" charset="-122"/>
                <a:cs typeface="Calibri" pitchFamily="34" charset="-120"/>
              </a:rPr>
              <a:t>CO₂ Prediction Range</a:t>
            </a:r>
            <a:endParaRPr lang="en-US" sz="1200" dirty="0"/>
          </a:p>
        </p:txBody>
      </p:sp>
      <p:sp>
        <p:nvSpPr>
          <p:cNvPr id="19" name="Shape 17"/>
          <p:cNvSpPr/>
          <p:nvPr/>
        </p:nvSpPr>
        <p:spPr>
          <a:xfrm>
            <a:off x="274320" y="2468880"/>
            <a:ext cx="2057400" cy="1280160"/>
          </a:xfrm>
          <a:prstGeom prst="rect">
            <a:avLst/>
          </a:prstGeom>
          <a:solidFill>
            <a:srgbClr val="EEF2FF"/>
          </a:solidFill>
          <a:ln w="12700">
            <a:solidFill>
              <a:srgbClr val="E0E0E0"/>
            </a:solidFill>
            <a:prstDash val="solid"/>
          </a:ln>
        </p:spPr>
      </p:sp>
      <p:sp>
        <p:nvSpPr>
          <p:cNvPr id="20" name="Text 18"/>
          <p:cNvSpPr/>
          <p:nvPr/>
        </p:nvSpPr>
        <p:spPr>
          <a:xfrm>
            <a:off x="274320" y="2487168"/>
            <a:ext cx="2057400" cy="685800"/>
          </a:xfrm>
          <a:prstGeom prst="rect">
            <a:avLst/>
          </a:prstGeom>
          <a:noFill/>
          <a:ln/>
        </p:spPr>
        <p:txBody>
          <a:bodyPr wrap="square" rtlCol="0" anchor="b"/>
          <a:lstStyle/>
          <a:p>
            <a:pPr marL="0" indent="0" algn="ctr">
              <a:buNone/>
            </a:pPr>
            <a:r>
              <a:rPr lang="en-US" sz="2000" b="1" dirty="0">
                <a:solidFill>
                  <a:srgbClr val="1C2951"/>
                </a:solidFill>
                <a:latin typeface="Calibri" pitchFamily="34" charset="0"/>
                <a:ea typeface="Calibri" pitchFamily="34" charset="-122"/>
                <a:cs typeface="Calibri" pitchFamily="34" charset="-120"/>
              </a:rPr>
              <a:t>259.33K Mt</a:t>
            </a:r>
            <a:endParaRPr lang="en-US" sz="2000" dirty="0"/>
          </a:p>
        </p:txBody>
      </p:sp>
      <p:sp>
        <p:nvSpPr>
          <p:cNvPr id="21" name="Text 19"/>
          <p:cNvSpPr/>
          <p:nvPr/>
        </p:nvSpPr>
        <p:spPr>
          <a:xfrm>
            <a:off x="274320" y="3172968"/>
            <a:ext cx="2057400" cy="548640"/>
          </a:xfrm>
          <a:prstGeom prst="rect">
            <a:avLst/>
          </a:prstGeom>
          <a:noFill/>
          <a:ln/>
        </p:spPr>
        <p:txBody>
          <a:bodyPr wrap="square" rtlCol="0" anchor="ctr"/>
          <a:lstStyle/>
          <a:p>
            <a:pPr marL="0" indent="0" algn="ctr">
              <a:buNone/>
            </a:pPr>
            <a:r>
              <a:rPr lang="en-US" sz="1000" dirty="0">
                <a:solidFill>
                  <a:srgbClr val="1C2951"/>
                </a:solidFill>
                <a:latin typeface="Calibri" pitchFamily="34" charset="0"/>
                <a:ea typeface="Calibri" pitchFamily="34" charset="-122"/>
                <a:cs typeface="Calibri" pitchFamily="34" charset="-120"/>
              </a:rPr>
              <a:t>Total CO₂ (All Countries</a:t>
            </a:r>
            <a:endParaRPr lang="en-US" sz="1000" dirty="0"/>
          </a:p>
          <a:p>
            <a:pPr marL="0" indent="0" algn="ctr">
              <a:buNone/>
            </a:pPr>
            <a:r>
              <a:rPr lang="en-US" sz="1000" dirty="0">
                <a:solidFill>
                  <a:srgbClr val="1C2951"/>
                </a:solidFill>
                <a:latin typeface="Calibri" pitchFamily="34" charset="0"/>
                <a:ea typeface="Calibri" pitchFamily="34" charset="-122"/>
                <a:cs typeface="Calibri" pitchFamily="34" charset="-120"/>
              </a:rPr>
              <a:t>2010–2023)</a:t>
            </a:r>
            <a:endParaRPr lang="en-US" sz="1000" dirty="0"/>
          </a:p>
        </p:txBody>
      </p:sp>
      <p:sp>
        <p:nvSpPr>
          <p:cNvPr id="22" name="Shape 20"/>
          <p:cNvSpPr/>
          <p:nvPr/>
        </p:nvSpPr>
        <p:spPr>
          <a:xfrm>
            <a:off x="2441448" y="2468880"/>
            <a:ext cx="2057400" cy="1280160"/>
          </a:xfrm>
          <a:prstGeom prst="rect">
            <a:avLst/>
          </a:prstGeom>
          <a:solidFill>
            <a:srgbClr val="DCFCE7"/>
          </a:solidFill>
          <a:ln w="12700">
            <a:solidFill>
              <a:srgbClr val="E0E0E0"/>
            </a:solidFill>
            <a:prstDash val="solid"/>
          </a:ln>
        </p:spPr>
      </p:sp>
      <p:sp>
        <p:nvSpPr>
          <p:cNvPr id="23" name="Text 21"/>
          <p:cNvSpPr/>
          <p:nvPr/>
        </p:nvSpPr>
        <p:spPr>
          <a:xfrm>
            <a:off x="2441448" y="2487168"/>
            <a:ext cx="2057400" cy="685800"/>
          </a:xfrm>
          <a:prstGeom prst="rect">
            <a:avLst/>
          </a:prstGeom>
          <a:noFill/>
          <a:ln/>
        </p:spPr>
        <p:txBody>
          <a:bodyPr wrap="square" rtlCol="0" anchor="b"/>
          <a:lstStyle/>
          <a:p>
            <a:pPr marL="0" indent="0" algn="ctr">
              <a:buNone/>
            </a:pPr>
            <a:r>
              <a:rPr lang="en-US" sz="2000" b="1" dirty="0">
                <a:solidFill>
                  <a:srgbClr val="166534"/>
                </a:solidFill>
                <a:latin typeface="Calibri" pitchFamily="34" charset="0"/>
                <a:ea typeface="Calibri" pitchFamily="34" charset="-122"/>
                <a:cs typeface="Calibri" pitchFamily="34" charset="-120"/>
              </a:rPr>
              <a:t>22.6%</a:t>
            </a:r>
            <a:endParaRPr lang="en-US" sz="2000" dirty="0"/>
          </a:p>
        </p:txBody>
      </p:sp>
      <p:sp>
        <p:nvSpPr>
          <p:cNvPr id="24" name="Text 22"/>
          <p:cNvSpPr/>
          <p:nvPr/>
        </p:nvSpPr>
        <p:spPr>
          <a:xfrm>
            <a:off x="2441448" y="3172968"/>
            <a:ext cx="2057400" cy="548640"/>
          </a:xfrm>
          <a:prstGeom prst="rect">
            <a:avLst/>
          </a:prstGeom>
          <a:noFill/>
          <a:ln/>
        </p:spPr>
        <p:txBody>
          <a:bodyPr wrap="square" rtlCol="0" anchor="ctr"/>
          <a:lstStyle/>
          <a:p>
            <a:pPr marL="0" indent="0" algn="ctr">
              <a:buNone/>
            </a:pPr>
            <a:r>
              <a:rPr lang="en-US" sz="1000" dirty="0">
                <a:solidFill>
                  <a:srgbClr val="166534"/>
                </a:solidFill>
                <a:latin typeface="Calibri" pitchFamily="34" charset="0"/>
                <a:ea typeface="Calibri" pitchFamily="34" charset="-122"/>
                <a:cs typeface="Calibri" pitchFamily="34" charset="-120"/>
              </a:rPr>
              <a:t>Avg Renewables Share</a:t>
            </a:r>
            <a:endParaRPr lang="en-US" sz="1000" dirty="0"/>
          </a:p>
          <a:p>
            <a:pPr marL="0" indent="0" algn="ctr">
              <a:buNone/>
            </a:pPr>
            <a:r>
              <a:rPr lang="en-US" sz="1000" dirty="0">
                <a:solidFill>
                  <a:srgbClr val="166534"/>
                </a:solidFill>
                <a:latin typeface="Calibri" pitchFamily="34" charset="0"/>
                <a:ea typeface="Calibri" pitchFamily="34" charset="-122"/>
                <a:cs typeface="Calibri" pitchFamily="34" charset="-120"/>
              </a:rPr>
              <a:t>(Global)</a:t>
            </a:r>
            <a:endParaRPr lang="en-US" sz="1000" dirty="0"/>
          </a:p>
        </p:txBody>
      </p:sp>
      <p:sp>
        <p:nvSpPr>
          <p:cNvPr id="25" name="Shape 23"/>
          <p:cNvSpPr/>
          <p:nvPr/>
        </p:nvSpPr>
        <p:spPr>
          <a:xfrm>
            <a:off x="4608576" y="2468880"/>
            <a:ext cx="2057400" cy="1280160"/>
          </a:xfrm>
          <a:prstGeom prst="rect">
            <a:avLst/>
          </a:prstGeom>
          <a:solidFill>
            <a:srgbClr val="FEF3C7"/>
          </a:solidFill>
          <a:ln w="12700">
            <a:solidFill>
              <a:srgbClr val="E0E0E0"/>
            </a:solidFill>
            <a:prstDash val="solid"/>
          </a:ln>
        </p:spPr>
      </p:sp>
      <p:sp>
        <p:nvSpPr>
          <p:cNvPr id="26" name="Text 24"/>
          <p:cNvSpPr/>
          <p:nvPr/>
        </p:nvSpPr>
        <p:spPr>
          <a:xfrm>
            <a:off x="4608576" y="2487168"/>
            <a:ext cx="2057400" cy="685800"/>
          </a:xfrm>
          <a:prstGeom prst="rect">
            <a:avLst/>
          </a:prstGeom>
          <a:noFill/>
          <a:ln/>
        </p:spPr>
        <p:txBody>
          <a:bodyPr wrap="square" rtlCol="0" anchor="b"/>
          <a:lstStyle/>
          <a:p>
            <a:pPr marL="0" indent="0" algn="ctr">
              <a:buNone/>
            </a:pPr>
            <a:r>
              <a:rPr lang="en-US" sz="2000" b="1" dirty="0">
                <a:solidFill>
                  <a:srgbClr val="92400E"/>
                </a:solidFill>
                <a:latin typeface="Calibri" pitchFamily="34" charset="0"/>
                <a:ea typeface="Calibri" pitchFamily="34" charset="-122"/>
                <a:cs typeface="Calibri" pitchFamily="34" charset="-120"/>
              </a:rPr>
              <a:t>34,980 kWh</a:t>
            </a:r>
            <a:endParaRPr lang="en-US" sz="2000" dirty="0"/>
          </a:p>
        </p:txBody>
      </p:sp>
      <p:sp>
        <p:nvSpPr>
          <p:cNvPr id="27" name="Text 25"/>
          <p:cNvSpPr/>
          <p:nvPr/>
        </p:nvSpPr>
        <p:spPr>
          <a:xfrm>
            <a:off x="4608576" y="3172968"/>
            <a:ext cx="2057400" cy="548640"/>
          </a:xfrm>
          <a:prstGeom prst="rect">
            <a:avLst/>
          </a:prstGeom>
          <a:noFill/>
          <a:ln/>
        </p:spPr>
        <p:txBody>
          <a:bodyPr wrap="square" rtlCol="0" anchor="ctr"/>
          <a:lstStyle/>
          <a:p>
            <a:pPr marL="0" indent="0" algn="ctr">
              <a:buNone/>
            </a:pPr>
            <a:r>
              <a:rPr lang="en-US" sz="1000" dirty="0">
                <a:solidFill>
                  <a:srgbClr val="92400E"/>
                </a:solidFill>
                <a:latin typeface="Calibri" pitchFamily="34" charset="0"/>
                <a:ea typeface="Calibri" pitchFamily="34" charset="-122"/>
                <a:cs typeface="Calibri" pitchFamily="34" charset="-120"/>
              </a:rPr>
              <a:t>Avg Energy per Capita</a:t>
            </a:r>
            <a:endParaRPr lang="en-US" sz="1000" dirty="0"/>
          </a:p>
          <a:p>
            <a:pPr marL="0" indent="0" algn="ctr">
              <a:buNone/>
            </a:pPr>
            <a:r>
              <a:rPr lang="en-US" sz="1000" dirty="0">
                <a:solidFill>
                  <a:srgbClr val="92400E"/>
                </a:solidFill>
                <a:latin typeface="Calibri" pitchFamily="34" charset="0"/>
                <a:ea typeface="Calibri" pitchFamily="34" charset="-122"/>
                <a:cs typeface="Calibri" pitchFamily="34" charset="-120"/>
              </a:rPr>
              <a:t>(Global)</a:t>
            </a:r>
            <a:endParaRPr lang="en-US" sz="1000" dirty="0"/>
          </a:p>
        </p:txBody>
      </p:sp>
      <p:sp>
        <p:nvSpPr>
          <p:cNvPr id="28" name="Shape 26"/>
          <p:cNvSpPr/>
          <p:nvPr/>
        </p:nvSpPr>
        <p:spPr>
          <a:xfrm>
            <a:off x="6775704" y="2468880"/>
            <a:ext cx="2057400" cy="1280160"/>
          </a:xfrm>
          <a:prstGeom prst="rect">
            <a:avLst/>
          </a:prstGeom>
          <a:solidFill>
            <a:srgbClr val="FEE2E2"/>
          </a:solidFill>
          <a:ln w="12700">
            <a:solidFill>
              <a:srgbClr val="E0E0E0"/>
            </a:solidFill>
            <a:prstDash val="solid"/>
          </a:ln>
        </p:spPr>
      </p:sp>
      <p:sp>
        <p:nvSpPr>
          <p:cNvPr id="29" name="Text 27"/>
          <p:cNvSpPr/>
          <p:nvPr/>
        </p:nvSpPr>
        <p:spPr>
          <a:xfrm>
            <a:off x="6775704" y="2487168"/>
            <a:ext cx="2057400" cy="685800"/>
          </a:xfrm>
          <a:prstGeom prst="rect">
            <a:avLst/>
          </a:prstGeom>
          <a:noFill/>
          <a:ln/>
        </p:spPr>
        <p:txBody>
          <a:bodyPr wrap="square" rtlCol="0" anchor="b"/>
          <a:lstStyle/>
          <a:p>
            <a:pPr marL="0" indent="0" algn="ctr">
              <a:buNone/>
            </a:pPr>
            <a:r>
              <a:rPr lang="en-US" sz="2000" b="1" dirty="0">
                <a:solidFill>
                  <a:srgbClr val="991B1B"/>
                </a:solidFill>
                <a:latin typeface="Calibri" pitchFamily="34" charset="0"/>
                <a:ea typeface="Calibri" pitchFamily="34" charset="-122"/>
                <a:cs typeface="Calibri" pitchFamily="34" charset="-120"/>
              </a:rPr>
              <a:t>77.4%</a:t>
            </a:r>
            <a:endParaRPr lang="en-US" sz="2000" dirty="0"/>
          </a:p>
        </p:txBody>
      </p:sp>
      <p:sp>
        <p:nvSpPr>
          <p:cNvPr id="30" name="Text 28"/>
          <p:cNvSpPr/>
          <p:nvPr/>
        </p:nvSpPr>
        <p:spPr>
          <a:xfrm>
            <a:off x="6775704" y="3172968"/>
            <a:ext cx="2057400" cy="548640"/>
          </a:xfrm>
          <a:prstGeom prst="rect">
            <a:avLst/>
          </a:prstGeom>
          <a:noFill/>
          <a:ln/>
        </p:spPr>
        <p:txBody>
          <a:bodyPr wrap="square" rtlCol="0" anchor="ctr"/>
          <a:lstStyle/>
          <a:p>
            <a:pPr marL="0" indent="0" algn="ctr">
              <a:buNone/>
            </a:pPr>
            <a:r>
              <a:rPr lang="en-US" sz="1000" dirty="0">
                <a:solidFill>
                  <a:srgbClr val="991B1B"/>
                </a:solidFill>
                <a:latin typeface="Calibri" pitchFamily="34" charset="0"/>
                <a:ea typeface="Calibri" pitchFamily="34" charset="-122"/>
                <a:cs typeface="Calibri" pitchFamily="34" charset="-120"/>
              </a:rPr>
              <a:t>Avg Fossil Fuel Share</a:t>
            </a:r>
            <a:endParaRPr lang="en-US" sz="1000" dirty="0"/>
          </a:p>
          <a:p>
            <a:pPr marL="0" indent="0" algn="ctr">
              <a:buNone/>
            </a:pPr>
            <a:r>
              <a:rPr lang="en-US" sz="1000" dirty="0">
                <a:solidFill>
                  <a:srgbClr val="991B1B"/>
                </a:solidFill>
                <a:latin typeface="Calibri" pitchFamily="34" charset="0"/>
                <a:ea typeface="Calibri" pitchFamily="34" charset="-122"/>
                <a:cs typeface="Calibri" pitchFamily="34" charset="-120"/>
              </a:rPr>
              <a:t>(Global)</a:t>
            </a:r>
            <a:endParaRPr lang="en-US" sz="1000" dirty="0"/>
          </a:p>
        </p:txBody>
      </p:sp>
      <p:sp>
        <p:nvSpPr>
          <p:cNvPr id="31" name="Text 29"/>
          <p:cNvSpPr/>
          <p:nvPr/>
        </p:nvSpPr>
        <p:spPr>
          <a:xfrm>
            <a:off x="274320" y="3822192"/>
            <a:ext cx="8595360" cy="41148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Dashboard: 4 Tabs — Overview | ML Prediction | Country Analysis | Energy Mix  |  GitHub: github.com/meet4843/sustainable-energy-analysis</a:t>
            </a:r>
            <a:endParaRPr lang="en-US" sz="1100" dirty="0"/>
          </a:p>
        </p:txBody>
      </p:sp>
      <p:sp>
        <p:nvSpPr>
          <p:cNvPr id="32" name="Rectangle 1">
            <a:extLst>
              <a:ext uri="{FF2B5EF4-FFF2-40B4-BE49-F238E27FC236}">
                <a16:creationId xmlns:a16="http://schemas.microsoft.com/office/drawing/2014/main" id="{3EAF6F9B-E2F0-08C3-25F9-0778E262DC6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259.33K Mt</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2400" b="1" dirty="0">
                <a:solidFill>
                  <a:srgbClr val="000000"/>
                </a:solidFill>
                <a:latin typeface="Calibri" pitchFamily="34" charset="0"/>
                <a:ea typeface="Calibri" pitchFamily="34" charset="-122"/>
                <a:cs typeface="Calibri" pitchFamily="34" charset="-120"/>
              </a:rPr>
              <a:t>RESULT (2/3): Country-wise CO₂ &amp; Renewables Analysis</a:t>
            </a:r>
            <a:endParaRPr lang="en-US" sz="2400" dirty="0"/>
          </a:p>
        </p:txBody>
      </p:sp>
      <p:sp>
        <p:nvSpPr>
          <p:cNvPr id="10" name="Shape 8"/>
          <p:cNvSpPr/>
          <p:nvPr/>
        </p:nvSpPr>
        <p:spPr>
          <a:xfrm>
            <a:off x="274320" y="1298448"/>
            <a:ext cx="4023360" cy="2468880"/>
          </a:xfrm>
          <a:prstGeom prst="rect">
            <a:avLst/>
          </a:prstGeom>
          <a:solidFill>
            <a:srgbClr val="F8FAFF"/>
          </a:solidFill>
          <a:ln w="12700">
            <a:solidFill>
              <a:srgbClr val="C0C8E8"/>
            </a:solidFill>
            <a:prstDash val="solid"/>
          </a:ln>
        </p:spPr>
      </p:sp>
      <p:sp>
        <p:nvSpPr>
          <p:cNvPr id="11" name="Shape 9"/>
          <p:cNvSpPr/>
          <p:nvPr/>
        </p:nvSpPr>
        <p:spPr>
          <a:xfrm>
            <a:off x="274320" y="1312164"/>
            <a:ext cx="4023360" cy="384048"/>
          </a:xfrm>
          <a:prstGeom prst="rect">
            <a:avLst/>
          </a:prstGeom>
          <a:solidFill>
            <a:srgbClr val="1C2951"/>
          </a:solidFill>
          <a:ln w="12700">
            <a:solidFill>
              <a:srgbClr val="1C2951"/>
            </a:solidFill>
            <a:prstDash val="solid"/>
          </a:ln>
        </p:spPr>
      </p:sp>
      <p:sp>
        <p:nvSpPr>
          <p:cNvPr id="12" name="Text 10"/>
          <p:cNvSpPr/>
          <p:nvPr/>
        </p:nvSpPr>
        <p:spPr>
          <a:xfrm>
            <a:off x="274320" y="1335024"/>
            <a:ext cx="40233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CO₂ Emissions (Mt) — Actual Data</a:t>
            </a:r>
            <a:endParaRPr lang="en-US" sz="1200" dirty="0"/>
          </a:p>
        </p:txBody>
      </p:sp>
      <p:sp>
        <p:nvSpPr>
          <p:cNvPr id="13" name="Shape 11"/>
          <p:cNvSpPr/>
          <p:nvPr/>
        </p:nvSpPr>
        <p:spPr>
          <a:xfrm>
            <a:off x="274320" y="1719072"/>
            <a:ext cx="4023360" cy="329184"/>
          </a:xfrm>
          <a:prstGeom prst="rect">
            <a:avLst/>
          </a:prstGeom>
          <a:solidFill>
            <a:srgbClr val="D0D8F0"/>
          </a:solidFill>
          <a:ln w="6350">
            <a:solidFill>
              <a:srgbClr val="C0C8E8"/>
            </a:solidFill>
            <a:prstDash val="solid"/>
          </a:ln>
        </p:spPr>
        <p:txBody>
          <a:bodyPr/>
          <a:lstStyle/>
          <a:p>
            <a:endParaRPr lang="en-IN" dirty="0"/>
          </a:p>
        </p:txBody>
      </p:sp>
      <p:sp>
        <p:nvSpPr>
          <p:cNvPr id="14" name="Text 12"/>
          <p:cNvSpPr/>
          <p:nvPr/>
        </p:nvSpPr>
        <p:spPr>
          <a:xfrm>
            <a:off x="365760" y="1709928"/>
            <a:ext cx="1371600" cy="329184"/>
          </a:xfrm>
          <a:prstGeom prst="rect">
            <a:avLst/>
          </a:prstGeom>
          <a:noFill/>
          <a:ln/>
        </p:spPr>
        <p:txBody>
          <a:bodyPr wrap="square" rtlCol="0" anchor="ctr"/>
          <a:lstStyle/>
          <a:p>
            <a:pPr marL="0" indent="0">
              <a:buNone/>
            </a:pPr>
            <a:r>
              <a:rPr lang="en-US" sz="1100" b="1" dirty="0">
                <a:solidFill>
                  <a:srgbClr val="1C2951"/>
                </a:solidFill>
                <a:latin typeface="Calibri" pitchFamily="34" charset="0"/>
                <a:ea typeface="Calibri" pitchFamily="34" charset="-122"/>
                <a:cs typeface="Calibri" pitchFamily="34" charset="-120"/>
              </a:rPr>
              <a:t>Country</a:t>
            </a:r>
            <a:endParaRPr lang="en-US" sz="1100" dirty="0"/>
          </a:p>
        </p:txBody>
      </p:sp>
      <p:sp>
        <p:nvSpPr>
          <p:cNvPr id="15" name="Text 13"/>
          <p:cNvSpPr/>
          <p:nvPr/>
        </p:nvSpPr>
        <p:spPr>
          <a:xfrm>
            <a:off x="1737360" y="1709928"/>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2010</a:t>
            </a:r>
            <a:endParaRPr lang="en-US" sz="1100" dirty="0"/>
          </a:p>
        </p:txBody>
      </p:sp>
      <p:sp>
        <p:nvSpPr>
          <p:cNvPr id="16" name="Text 14"/>
          <p:cNvSpPr/>
          <p:nvPr/>
        </p:nvSpPr>
        <p:spPr>
          <a:xfrm>
            <a:off x="2743200" y="1709928"/>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2023</a:t>
            </a:r>
            <a:endParaRPr lang="en-US" sz="1100" dirty="0"/>
          </a:p>
        </p:txBody>
      </p:sp>
      <p:sp>
        <p:nvSpPr>
          <p:cNvPr id="17" name="Text 15"/>
          <p:cNvSpPr/>
          <p:nvPr/>
        </p:nvSpPr>
        <p:spPr>
          <a:xfrm>
            <a:off x="3453493" y="1709928"/>
            <a:ext cx="1061357"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Change</a:t>
            </a:r>
            <a:endParaRPr lang="en-US" sz="1100" dirty="0"/>
          </a:p>
        </p:txBody>
      </p:sp>
      <p:sp>
        <p:nvSpPr>
          <p:cNvPr id="18" name="Shape 16"/>
          <p:cNvSpPr/>
          <p:nvPr/>
        </p:nvSpPr>
        <p:spPr>
          <a:xfrm>
            <a:off x="274320" y="2043684"/>
            <a:ext cx="4023360" cy="338328"/>
          </a:xfrm>
          <a:prstGeom prst="rect">
            <a:avLst/>
          </a:prstGeom>
          <a:solidFill>
            <a:srgbClr val="EEF2FF"/>
          </a:solidFill>
          <a:ln w="3810">
            <a:solidFill>
              <a:srgbClr val="E0E0E0"/>
            </a:solidFill>
            <a:prstDash val="solid"/>
          </a:ln>
        </p:spPr>
      </p:sp>
      <p:sp>
        <p:nvSpPr>
          <p:cNvPr id="19" name="Text 17"/>
          <p:cNvSpPr/>
          <p:nvPr/>
        </p:nvSpPr>
        <p:spPr>
          <a:xfrm>
            <a:off x="365760" y="2039112"/>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India</a:t>
            </a:r>
            <a:endParaRPr lang="en-US" sz="1100" dirty="0"/>
          </a:p>
        </p:txBody>
      </p:sp>
      <p:sp>
        <p:nvSpPr>
          <p:cNvPr id="20" name="Text 18"/>
          <p:cNvSpPr/>
          <p:nvPr/>
        </p:nvSpPr>
        <p:spPr>
          <a:xfrm>
            <a:off x="1737360" y="2039112"/>
            <a:ext cx="100584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1611</a:t>
            </a:r>
            <a:endParaRPr lang="en-US" sz="1100" dirty="0"/>
          </a:p>
        </p:txBody>
      </p:sp>
      <p:sp>
        <p:nvSpPr>
          <p:cNvPr id="21" name="Text 19"/>
          <p:cNvSpPr/>
          <p:nvPr/>
        </p:nvSpPr>
        <p:spPr>
          <a:xfrm>
            <a:off x="2743200" y="2039112"/>
            <a:ext cx="1005840" cy="338328"/>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2955</a:t>
            </a:r>
            <a:endParaRPr lang="en-US" sz="1100" dirty="0"/>
          </a:p>
        </p:txBody>
      </p:sp>
      <p:sp>
        <p:nvSpPr>
          <p:cNvPr id="22" name="Text 20"/>
          <p:cNvSpPr/>
          <p:nvPr/>
        </p:nvSpPr>
        <p:spPr>
          <a:xfrm>
            <a:off x="3749040" y="2039112"/>
            <a:ext cx="602524" cy="338328"/>
          </a:xfrm>
          <a:prstGeom prst="rect">
            <a:avLst/>
          </a:prstGeom>
          <a:noFill/>
          <a:ln/>
        </p:spPr>
        <p:txBody>
          <a:bodyPr wrap="square" rtlCol="0" anchor="ctr"/>
          <a:lstStyle/>
          <a:p>
            <a:pPr marL="0" indent="0" algn="ctr">
              <a:buNone/>
            </a:pPr>
            <a:r>
              <a:rPr lang="en-US" sz="1000" dirty="0">
                <a:solidFill>
                  <a:srgbClr val="CC0000"/>
                </a:solidFill>
                <a:latin typeface="Calibri" pitchFamily="34" charset="0"/>
                <a:ea typeface="Calibri" pitchFamily="34" charset="-122"/>
                <a:cs typeface="Calibri" pitchFamily="34" charset="-120"/>
              </a:rPr>
              <a:t>+83.4%</a:t>
            </a:r>
            <a:endParaRPr lang="en-US" sz="1000" dirty="0"/>
          </a:p>
        </p:txBody>
      </p:sp>
      <p:sp>
        <p:nvSpPr>
          <p:cNvPr id="23" name="Shape 21"/>
          <p:cNvSpPr/>
          <p:nvPr/>
        </p:nvSpPr>
        <p:spPr>
          <a:xfrm>
            <a:off x="274320" y="2386584"/>
            <a:ext cx="4023360" cy="338328"/>
          </a:xfrm>
          <a:prstGeom prst="rect">
            <a:avLst/>
          </a:prstGeom>
          <a:solidFill>
            <a:srgbClr val="FFFFFF"/>
          </a:solidFill>
          <a:ln w="3810">
            <a:solidFill>
              <a:srgbClr val="E0E0E0"/>
            </a:solidFill>
            <a:prstDash val="solid"/>
          </a:ln>
        </p:spPr>
        <p:txBody>
          <a:bodyPr/>
          <a:lstStyle/>
          <a:p>
            <a:endParaRPr lang="en-IN" dirty="0"/>
          </a:p>
        </p:txBody>
      </p:sp>
      <p:sp>
        <p:nvSpPr>
          <p:cNvPr id="24" name="Text 22"/>
          <p:cNvSpPr/>
          <p:nvPr/>
        </p:nvSpPr>
        <p:spPr>
          <a:xfrm>
            <a:off x="365760" y="2386584"/>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USA</a:t>
            </a:r>
            <a:endParaRPr lang="en-US" sz="1100" dirty="0"/>
          </a:p>
        </p:txBody>
      </p:sp>
      <p:sp>
        <p:nvSpPr>
          <p:cNvPr id="25" name="Text 23"/>
          <p:cNvSpPr/>
          <p:nvPr/>
        </p:nvSpPr>
        <p:spPr>
          <a:xfrm>
            <a:off x="1737360" y="2386584"/>
            <a:ext cx="100584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5432</a:t>
            </a:r>
            <a:endParaRPr lang="en-US" sz="1100" dirty="0"/>
          </a:p>
        </p:txBody>
      </p:sp>
      <p:sp>
        <p:nvSpPr>
          <p:cNvPr id="26" name="Text 24"/>
          <p:cNvSpPr/>
          <p:nvPr/>
        </p:nvSpPr>
        <p:spPr>
          <a:xfrm>
            <a:off x="2743200" y="2386584"/>
            <a:ext cx="1005840" cy="338328"/>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4682</a:t>
            </a:r>
            <a:endParaRPr lang="en-US" sz="1100" dirty="0"/>
          </a:p>
        </p:txBody>
      </p:sp>
      <p:sp>
        <p:nvSpPr>
          <p:cNvPr id="27" name="Text 25"/>
          <p:cNvSpPr/>
          <p:nvPr/>
        </p:nvSpPr>
        <p:spPr>
          <a:xfrm>
            <a:off x="3709035" y="2377440"/>
            <a:ext cx="697230" cy="338328"/>
          </a:xfrm>
          <a:prstGeom prst="rect">
            <a:avLst/>
          </a:prstGeom>
          <a:noFill/>
          <a:ln/>
        </p:spPr>
        <p:txBody>
          <a:bodyPr wrap="square" rtlCol="0" anchor="ctr"/>
          <a:lstStyle/>
          <a:p>
            <a:pPr algn="ctr"/>
            <a:r>
              <a:rPr lang="en-IN" sz="1000" dirty="0">
                <a:solidFill>
                  <a:srgbClr val="C00000"/>
                </a:solidFill>
              </a:rPr>
              <a:t>−13.8% </a:t>
            </a:r>
            <a:endParaRPr lang="en-US" sz="1000" dirty="0">
              <a:solidFill>
                <a:srgbClr val="C00000"/>
              </a:solidFill>
            </a:endParaRPr>
          </a:p>
        </p:txBody>
      </p:sp>
      <p:sp>
        <p:nvSpPr>
          <p:cNvPr id="28" name="Shape 26"/>
          <p:cNvSpPr/>
          <p:nvPr/>
        </p:nvSpPr>
        <p:spPr>
          <a:xfrm>
            <a:off x="274320" y="2734056"/>
            <a:ext cx="4023360" cy="338328"/>
          </a:xfrm>
          <a:prstGeom prst="rect">
            <a:avLst/>
          </a:prstGeom>
          <a:solidFill>
            <a:srgbClr val="EEF2FF"/>
          </a:solidFill>
          <a:ln w="3810">
            <a:solidFill>
              <a:srgbClr val="E0E0E0"/>
            </a:solidFill>
            <a:prstDash val="solid"/>
          </a:ln>
        </p:spPr>
      </p:sp>
      <p:sp>
        <p:nvSpPr>
          <p:cNvPr id="29" name="Text 27"/>
          <p:cNvSpPr/>
          <p:nvPr/>
        </p:nvSpPr>
        <p:spPr>
          <a:xfrm>
            <a:off x="365760" y="2734056"/>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China</a:t>
            </a:r>
            <a:endParaRPr lang="en-US" sz="1100" dirty="0"/>
          </a:p>
        </p:txBody>
      </p:sp>
      <p:sp>
        <p:nvSpPr>
          <p:cNvPr id="30" name="Text 28"/>
          <p:cNvSpPr/>
          <p:nvPr/>
        </p:nvSpPr>
        <p:spPr>
          <a:xfrm>
            <a:off x="1737360" y="2734056"/>
            <a:ext cx="100584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8080</a:t>
            </a:r>
            <a:endParaRPr lang="en-US" sz="1100" dirty="0"/>
          </a:p>
        </p:txBody>
      </p:sp>
      <p:sp>
        <p:nvSpPr>
          <p:cNvPr id="31" name="Text 29"/>
          <p:cNvSpPr/>
          <p:nvPr/>
        </p:nvSpPr>
        <p:spPr>
          <a:xfrm>
            <a:off x="2743200" y="2734056"/>
            <a:ext cx="1005840" cy="338328"/>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12600</a:t>
            </a:r>
            <a:endParaRPr lang="en-US" sz="1100" dirty="0"/>
          </a:p>
        </p:txBody>
      </p:sp>
      <p:sp>
        <p:nvSpPr>
          <p:cNvPr id="32" name="Text 30"/>
          <p:cNvSpPr/>
          <p:nvPr/>
        </p:nvSpPr>
        <p:spPr>
          <a:xfrm>
            <a:off x="3749040" y="2734056"/>
            <a:ext cx="602524" cy="338328"/>
          </a:xfrm>
          <a:prstGeom prst="rect">
            <a:avLst/>
          </a:prstGeom>
          <a:noFill/>
          <a:ln/>
        </p:spPr>
        <p:txBody>
          <a:bodyPr wrap="square" rtlCol="0" anchor="ctr"/>
          <a:lstStyle/>
          <a:p>
            <a:pPr marL="0" indent="0" algn="ctr">
              <a:buNone/>
            </a:pPr>
            <a:r>
              <a:rPr lang="en-US" sz="1000" dirty="0">
                <a:solidFill>
                  <a:srgbClr val="CC0000"/>
                </a:solidFill>
                <a:latin typeface="Calibri" pitchFamily="34" charset="0"/>
                <a:ea typeface="Calibri" pitchFamily="34" charset="-122"/>
                <a:cs typeface="Calibri" pitchFamily="34" charset="-120"/>
              </a:rPr>
              <a:t>+56.0%</a:t>
            </a:r>
            <a:endParaRPr lang="en-US" sz="1000" dirty="0"/>
          </a:p>
        </p:txBody>
      </p:sp>
      <p:sp>
        <p:nvSpPr>
          <p:cNvPr id="33" name="Shape 31"/>
          <p:cNvSpPr/>
          <p:nvPr/>
        </p:nvSpPr>
        <p:spPr>
          <a:xfrm>
            <a:off x="274320" y="3081528"/>
            <a:ext cx="4023360" cy="338328"/>
          </a:xfrm>
          <a:prstGeom prst="rect">
            <a:avLst/>
          </a:prstGeom>
          <a:solidFill>
            <a:srgbClr val="FFFFFF"/>
          </a:solidFill>
          <a:ln w="3810">
            <a:solidFill>
              <a:srgbClr val="E0E0E0"/>
            </a:solidFill>
            <a:prstDash val="solid"/>
          </a:ln>
        </p:spPr>
      </p:sp>
      <p:sp>
        <p:nvSpPr>
          <p:cNvPr id="34" name="Text 32"/>
          <p:cNvSpPr/>
          <p:nvPr/>
        </p:nvSpPr>
        <p:spPr>
          <a:xfrm>
            <a:off x="365760" y="3081528"/>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Germany</a:t>
            </a:r>
            <a:endParaRPr lang="en-US" sz="1100" dirty="0"/>
          </a:p>
        </p:txBody>
      </p:sp>
      <p:sp>
        <p:nvSpPr>
          <p:cNvPr id="35" name="Text 33"/>
          <p:cNvSpPr/>
          <p:nvPr/>
        </p:nvSpPr>
        <p:spPr>
          <a:xfrm>
            <a:off x="1737360" y="3081528"/>
            <a:ext cx="100584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804</a:t>
            </a:r>
            <a:endParaRPr lang="en-US" sz="1100" dirty="0"/>
          </a:p>
        </p:txBody>
      </p:sp>
      <p:sp>
        <p:nvSpPr>
          <p:cNvPr id="36" name="Text 34"/>
          <p:cNvSpPr/>
          <p:nvPr/>
        </p:nvSpPr>
        <p:spPr>
          <a:xfrm>
            <a:off x="2743200" y="3081528"/>
            <a:ext cx="1005840" cy="338328"/>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583</a:t>
            </a:r>
            <a:endParaRPr lang="en-US" sz="1100" dirty="0"/>
          </a:p>
        </p:txBody>
      </p:sp>
      <p:sp>
        <p:nvSpPr>
          <p:cNvPr id="37" name="Text 35"/>
          <p:cNvSpPr/>
          <p:nvPr/>
        </p:nvSpPr>
        <p:spPr>
          <a:xfrm>
            <a:off x="3749040" y="3081528"/>
            <a:ext cx="602524" cy="338328"/>
          </a:xfrm>
          <a:prstGeom prst="rect">
            <a:avLst/>
          </a:prstGeom>
          <a:noFill/>
          <a:ln/>
        </p:spPr>
        <p:txBody>
          <a:bodyPr wrap="square" rtlCol="0" anchor="ctr"/>
          <a:lstStyle/>
          <a:p>
            <a:pPr algn="ctr"/>
            <a:r>
              <a:rPr lang="en-IN" sz="1000" dirty="0">
                <a:solidFill>
                  <a:srgbClr val="C00000"/>
                </a:solidFill>
              </a:rPr>
              <a:t>−27.5 </a:t>
            </a:r>
            <a:r>
              <a:rPr lang="en-US" sz="1000" dirty="0">
                <a:solidFill>
                  <a:srgbClr val="CC0000"/>
                </a:solidFill>
                <a:latin typeface="Calibri" pitchFamily="34" charset="0"/>
                <a:ea typeface="Calibri" pitchFamily="34" charset="-122"/>
                <a:cs typeface="Calibri" pitchFamily="34" charset="-120"/>
              </a:rPr>
              <a:t>%</a:t>
            </a:r>
            <a:endParaRPr lang="en-US" sz="1000" dirty="0"/>
          </a:p>
        </p:txBody>
      </p:sp>
      <p:sp>
        <p:nvSpPr>
          <p:cNvPr id="38" name="Shape 36"/>
          <p:cNvSpPr/>
          <p:nvPr/>
        </p:nvSpPr>
        <p:spPr>
          <a:xfrm>
            <a:off x="274320" y="3429000"/>
            <a:ext cx="4023360" cy="338328"/>
          </a:xfrm>
          <a:prstGeom prst="rect">
            <a:avLst/>
          </a:prstGeom>
          <a:solidFill>
            <a:srgbClr val="EEF2FF"/>
          </a:solidFill>
          <a:ln w="3810">
            <a:solidFill>
              <a:srgbClr val="E0E0E0"/>
            </a:solidFill>
            <a:prstDash val="solid"/>
          </a:ln>
        </p:spPr>
      </p:sp>
      <p:sp>
        <p:nvSpPr>
          <p:cNvPr id="39" name="Text 37"/>
          <p:cNvSpPr/>
          <p:nvPr/>
        </p:nvSpPr>
        <p:spPr>
          <a:xfrm>
            <a:off x="365760" y="3429000"/>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Brazil</a:t>
            </a:r>
            <a:endParaRPr lang="en-US" sz="1100" dirty="0"/>
          </a:p>
        </p:txBody>
      </p:sp>
      <p:sp>
        <p:nvSpPr>
          <p:cNvPr id="40" name="Text 38"/>
          <p:cNvSpPr/>
          <p:nvPr/>
        </p:nvSpPr>
        <p:spPr>
          <a:xfrm>
            <a:off x="1737360" y="3429000"/>
            <a:ext cx="100584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419</a:t>
            </a:r>
            <a:endParaRPr lang="en-US" sz="1100" dirty="0"/>
          </a:p>
        </p:txBody>
      </p:sp>
      <p:sp>
        <p:nvSpPr>
          <p:cNvPr id="41" name="Text 39"/>
          <p:cNvSpPr/>
          <p:nvPr/>
        </p:nvSpPr>
        <p:spPr>
          <a:xfrm>
            <a:off x="2743200" y="3429000"/>
            <a:ext cx="1005840" cy="338328"/>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481</a:t>
            </a:r>
            <a:endParaRPr lang="en-US" sz="1100" dirty="0"/>
          </a:p>
        </p:txBody>
      </p:sp>
      <p:sp>
        <p:nvSpPr>
          <p:cNvPr id="42" name="Text 40"/>
          <p:cNvSpPr/>
          <p:nvPr/>
        </p:nvSpPr>
        <p:spPr>
          <a:xfrm>
            <a:off x="3749040" y="3429000"/>
            <a:ext cx="640080" cy="338328"/>
          </a:xfrm>
          <a:prstGeom prst="rect">
            <a:avLst/>
          </a:prstGeom>
          <a:noFill/>
          <a:ln/>
        </p:spPr>
        <p:txBody>
          <a:bodyPr wrap="square" rtlCol="0" anchor="ctr"/>
          <a:lstStyle/>
          <a:p>
            <a:pPr marL="0" indent="0" algn="ctr">
              <a:buNone/>
            </a:pPr>
            <a:r>
              <a:rPr lang="en-US" sz="1000" dirty="0">
                <a:solidFill>
                  <a:srgbClr val="CC0000"/>
                </a:solidFill>
                <a:latin typeface="Calibri" pitchFamily="34" charset="0"/>
                <a:ea typeface="Calibri" pitchFamily="34" charset="-122"/>
                <a:cs typeface="Calibri" pitchFamily="34" charset="-120"/>
              </a:rPr>
              <a:t>+14.8%</a:t>
            </a:r>
            <a:endParaRPr lang="en-US" sz="1000" dirty="0"/>
          </a:p>
        </p:txBody>
      </p:sp>
      <p:sp>
        <p:nvSpPr>
          <p:cNvPr id="43" name="Shape 41"/>
          <p:cNvSpPr/>
          <p:nvPr/>
        </p:nvSpPr>
        <p:spPr>
          <a:xfrm>
            <a:off x="4663440" y="1325880"/>
            <a:ext cx="4206240" cy="2441448"/>
          </a:xfrm>
          <a:prstGeom prst="rect">
            <a:avLst/>
          </a:prstGeom>
          <a:solidFill>
            <a:srgbClr val="F0FFF4"/>
          </a:solidFill>
          <a:ln w="12700">
            <a:solidFill>
              <a:srgbClr val="A0D8A0"/>
            </a:solidFill>
            <a:prstDash val="solid"/>
          </a:ln>
        </p:spPr>
        <p:txBody>
          <a:bodyPr/>
          <a:lstStyle/>
          <a:p>
            <a:endParaRPr lang="en-IN" dirty="0"/>
          </a:p>
        </p:txBody>
      </p:sp>
      <p:sp>
        <p:nvSpPr>
          <p:cNvPr id="44" name="Shape 42"/>
          <p:cNvSpPr/>
          <p:nvPr/>
        </p:nvSpPr>
        <p:spPr>
          <a:xfrm>
            <a:off x="4663440" y="1325880"/>
            <a:ext cx="4206240" cy="384048"/>
          </a:xfrm>
          <a:prstGeom prst="rect">
            <a:avLst/>
          </a:prstGeom>
          <a:solidFill>
            <a:srgbClr val="00A651"/>
          </a:solidFill>
          <a:ln w="12700">
            <a:solidFill>
              <a:srgbClr val="00A651"/>
            </a:solidFill>
            <a:prstDash val="solid"/>
          </a:ln>
        </p:spPr>
      </p:sp>
      <p:sp>
        <p:nvSpPr>
          <p:cNvPr id="45" name="Text 43"/>
          <p:cNvSpPr/>
          <p:nvPr/>
        </p:nvSpPr>
        <p:spPr>
          <a:xfrm>
            <a:off x="4663440" y="1335024"/>
            <a:ext cx="42062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Renewable Energy Share (%) — Actual Data</a:t>
            </a:r>
            <a:endParaRPr lang="en-US" sz="1200" dirty="0"/>
          </a:p>
        </p:txBody>
      </p:sp>
      <p:sp>
        <p:nvSpPr>
          <p:cNvPr id="46" name="Shape 44"/>
          <p:cNvSpPr/>
          <p:nvPr/>
        </p:nvSpPr>
        <p:spPr>
          <a:xfrm>
            <a:off x="4663440" y="1709928"/>
            <a:ext cx="4206240" cy="329184"/>
          </a:xfrm>
          <a:prstGeom prst="rect">
            <a:avLst/>
          </a:prstGeom>
          <a:solidFill>
            <a:srgbClr val="B8ECC8"/>
          </a:solidFill>
          <a:ln w="6350">
            <a:solidFill>
              <a:srgbClr val="A0D8A0"/>
            </a:solidFill>
            <a:prstDash val="solid"/>
          </a:ln>
        </p:spPr>
      </p:sp>
      <p:sp>
        <p:nvSpPr>
          <p:cNvPr id="47" name="Text 45"/>
          <p:cNvSpPr/>
          <p:nvPr/>
        </p:nvSpPr>
        <p:spPr>
          <a:xfrm>
            <a:off x="4754880" y="1709928"/>
            <a:ext cx="1371600" cy="329184"/>
          </a:xfrm>
          <a:prstGeom prst="rect">
            <a:avLst/>
          </a:prstGeom>
          <a:noFill/>
          <a:ln/>
        </p:spPr>
        <p:txBody>
          <a:bodyPr wrap="square" rtlCol="0" anchor="ctr"/>
          <a:lstStyle/>
          <a:p>
            <a:pPr marL="0" indent="0">
              <a:buNone/>
            </a:pPr>
            <a:r>
              <a:rPr lang="en-US" sz="1100" b="1" dirty="0">
                <a:solidFill>
                  <a:srgbClr val="166534"/>
                </a:solidFill>
                <a:latin typeface="Calibri" pitchFamily="34" charset="0"/>
                <a:ea typeface="Calibri" pitchFamily="34" charset="-122"/>
                <a:cs typeface="Calibri" pitchFamily="34" charset="-120"/>
              </a:rPr>
              <a:t>Country</a:t>
            </a:r>
            <a:endParaRPr lang="en-US" sz="1100" dirty="0"/>
          </a:p>
        </p:txBody>
      </p:sp>
      <p:sp>
        <p:nvSpPr>
          <p:cNvPr id="48" name="Text 46"/>
          <p:cNvSpPr/>
          <p:nvPr/>
        </p:nvSpPr>
        <p:spPr>
          <a:xfrm>
            <a:off x="6126480" y="1709928"/>
            <a:ext cx="914400" cy="329184"/>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2010</a:t>
            </a:r>
            <a:endParaRPr lang="en-US" sz="1100" dirty="0"/>
          </a:p>
        </p:txBody>
      </p:sp>
      <p:sp>
        <p:nvSpPr>
          <p:cNvPr id="49" name="Text 47"/>
          <p:cNvSpPr/>
          <p:nvPr/>
        </p:nvSpPr>
        <p:spPr>
          <a:xfrm>
            <a:off x="7040880" y="1709928"/>
            <a:ext cx="914400" cy="329184"/>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2023</a:t>
            </a:r>
            <a:endParaRPr lang="en-US" sz="1100" dirty="0"/>
          </a:p>
        </p:txBody>
      </p:sp>
      <p:sp>
        <p:nvSpPr>
          <p:cNvPr id="50" name="Text 48"/>
          <p:cNvSpPr/>
          <p:nvPr/>
        </p:nvSpPr>
        <p:spPr>
          <a:xfrm>
            <a:off x="7955280" y="1709928"/>
            <a:ext cx="822960" cy="329184"/>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Change</a:t>
            </a:r>
            <a:endParaRPr lang="en-US" sz="1100" dirty="0"/>
          </a:p>
        </p:txBody>
      </p:sp>
      <p:sp>
        <p:nvSpPr>
          <p:cNvPr id="51" name="Shape 49"/>
          <p:cNvSpPr/>
          <p:nvPr/>
        </p:nvSpPr>
        <p:spPr>
          <a:xfrm>
            <a:off x="4663440" y="2039112"/>
            <a:ext cx="4206240" cy="338328"/>
          </a:xfrm>
          <a:prstGeom prst="rect">
            <a:avLst/>
          </a:prstGeom>
          <a:solidFill>
            <a:srgbClr val="F0FFF4"/>
          </a:solidFill>
          <a:ln w="3810">
            <a:solidFill>
              <a:srgbClr val="E0E0E0"/>
            </a:solidFill>
            <a:prstDash val="solid"/>
          </a:ln>
        </p:spPr>
      </p:sp>
      <p:sp>
        <p:nvSpPr>
          <p:cNvPr id="52" name="Text 50"/>
          <p:cNvSpPr/>
          <p:nvPr/>
        </p:nvSpPr>
        <p:spPr>
          <a:xfrm>
            <a:off x="4754880" y="2039112"/>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India</a:t>
            </a:r>
            <a:endParaRPr lang="en-US" sz="1100" dirty="0"/>
          </a:p>
        </p:txBody>
      </p:sp>
      <p:sp>
        <p:nvSpPr>
          <p:cNvPr id="53" name="Text 51"/>
          <p:cNvSpPr/>
          <p:nvPr/>
        </p:nvSpPr>
        <p:spPr>
          <a:xfrm>
            <a:off x="6126480" y="2039112"/>
            <a:ext cx="91440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24.5%</a:t>
            </a:r>
            <a:endParaRPr lang="en-US" sz="1100" dirty="0"/>
          </a:p>
        </p:txBody>
      </p:sp>
      <p:sp>
        <p:nvSpPr>
          <p:cNvPr id="54" name="Text 52"/>
          <p:cNvSpPr/>
          <p:nvPr/>
        </p:nvSpPr>
        <p:spPr>
          <a:xfrm>
            <a:off x="7040880" y="2039112"/>
            <a:ext cx="914400" cy="338328"/>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28%</a:t>
            </a:r>
            <a:endParaRPr lang="en-US" sz="1100" dirty="0"/>
          </a:p>
        </p:txBody>
      </p:sp>
      <p:sp>
        <p:nvSpPr>
          <p:cNvPr id="55" name="Text 53"/>
          <p:cNvSpPr/>
          <p:nvPr/>
        </p:nvSpPr>
        <p:spPr>
          <a:xfrm>
            <a:off x="7955280" y="2039112"/>
            <a:ext cx="822960" cy="338328"/>
          </a:xfrm>
          <a:prstGeom prst="rect">
            <a:avLst/>
          </a:prstGeom>
          <a:noFill/>
          <a:ln/>
        </p:spPr>
        <p:txBody>
          <a:bodyPr wrap="square" rtlCol="0" anchor="ctr"/>
          <a:lstStyle/>
          <a:p>
            <a:pPr marL="0" indent="0" algn="ctr">
              <a:buNone/>
            </a:pPr>
            <a:r>
              <a:rPr lang="en-US" sz="1000" dirty="0">
                <a:solidFill>
                  <a:srgbClr val="00AA00"/>
                </a:solidFill>
                <a:latin typeface="Calibri" pitchFamily="34" charset="0"/>
                <a:ea typeface="Calibri" pitchFamily="34" charset="-122"/>
                <a:cs typeface="Calibri" pitchFamily="34" charset="-120"/>
              </a:rPr>
              <a:t>+3.5%</a:t>
            </a:r>
            <a:endParaRPr lang="en-US" sz="1000" dirty="0"/>
          </a:p>
        </p:txBody>
      </p:sp>
      <p:sp>
        <p:nvSpPr>
          <p:cNvPr id="56" name="Shape 54"/>
          <p:cNvSpPr/>
          <p:nvPr/>
        </p:nvSpPr>
        <p:spPr>
          <a:xfrm>
            <a:off x="4663440" y="2386584"/>
            <a:ext cx="4206240" cy="338328"/>
          </a:xfrm>
          <a:prstGeom prst="rect">
            <a:avLst/>
          </a:prstGeom>
          <a:solidFill>
            <a:srgbClr val="FFFFFF"/>
          </a:solidFill>
          <a:ln w="3810">
            <a:solidFill>
              <a:srgbClr val="E0E0E0"/>
            </a:solidFill>
            <a:prstDash val="solid"/>
          </a:ln>
        </p:spPr>
      </p:sp>
      <p:sp>
        <p:nvSpPr>
          <p:cNvPr id="57" name="Text 55"/>
          <p:cNvSpPr/>
          <p:nvPr/>
        </p:nvSpPr>
        <p:spPr>
          <a:xfrm>
            <a:off x="4754880" y="2386584"/>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USA</a:t>
            </a:r>
            <a:endParaRPr lang="en-US" sz="1100" dirty="0"/>
          </a:p>
        </p:txBody>
      </p:sp>
      <p:sp>
        <p:nvSpPr>
          <p:cNvPr id="58" name="Text 56"/>
          <p:cNvSpPr/>
          <p:nvPr/>
        </p:nvSpPr>
        <p:spPr>
          <a:xfrm>
            <a:off x="6126480" y="2386584"/>
            <a:ext cx="91440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7.8%</a:t>
            </a:r>
            <a:endParaRPr lang="en-US" sz="1100" dirty="0"/>
          </a:p>
        </p:txBody>
      </p:sp>
      <p:sp>
        <p:nvSpPr>
          <p:cNvPr id="59" name="Text 57"/>
          <p:cNvSpPr/>
          <p:nvPr/>
        </p:nvSpPr>
        <p:spPr>
          <a:xfrm>
            <a:off x="7040880" y="2386584"/>
            <a:ext cx="914400" cy="338328"/>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15.8%</a:t>
            </a:r>
            <a:endParaRPr lang="en-US" sz="1100" dirty="0"/>
          </a:p>
        </p:txBody>
      </p:sp>
      <p:sp>
        <p:nvSpPr>
          <p:cNvPr id="60" name="Text 58"/>
          <p:cNvSpPr/>
          <p:nvPr/>
        </p:nvSpPr>
        <p:spPr>
          <a:xfrm>
            <a:off x="7955280" y="2386584"/>
            <a:ext cx="822960" cy="338328"/>
          </a:xfrm>
          <a:prstGeom prst="rect">
            <a:avLst/>
          </a:prstGeom>
          <a:noFill/>
          <a:ln/>
        </p:spPr>
        <p:txBody>
          <a:bodyPr wrap="square" rtlCol="0" anchor="ctr"/>
          <a:lstStyle/>
          <a:p>
            <a:pPr marL="0" indent="0" algn="ctr">
              <a:buNone/>
            </a:pPr>
            <a:r>
              <a:rPr lang="en-US" sz="1000" dirty="0">
                <a:solidFill>
                  <a:srgbClr val="00AA00"/>
                </a:solidFill>
                <a:latin typeface="Calibri" pitchFamily="34" charset="0"/>
                <a:ea typeface="Calibri" pitchFamily="34" charset="-122"/>
                <a:cs typeface="Calibri" pitchFamily="34" charset="-120"/>
              </a:rPr>
              <a:t>+8.0%</a:t>
            </a:r>
            <a:endParaRPr lang="en-US" sz="1000" dirty="0"/>
          </a:p>
        </p:txBody>
      </p:sp>
      <p:sp>
        <p:nvSpPr>
          <p:cNvPr id="61" name="Shape 59"/>
          <p:cNvSpPr/>
          <p:nvPr/>
        </p:nvSpPr>
        <p:spPr>
          <a:xfrm>
            <a:off x="4663440" y="2734056"/>
            <a:ext cx="4206240" cy="338328"/>
          </a:xfrm>
          <a:prstGeom prst="rect">
            <a:avLst/>
          </a:prstGeom>
          <a:solidFill>
            <a:srgbClr val="F0FFF4"/>
          </a:solidFill>
          <a:ln w="3810">
            <a:solidFill>
              <a:srgbClr val="E0E0E0"/>
            </a:solidFill>
            <a:prstDash val="solid"/>
          </a:ln>
        </p:spPr>
      </p:sp>
      <p:sp>
        <p:nvSpPr>
          <p:cNvPr id="62" name="Text 60"/>
          <p:cNvSpPr/>
          <p:nvPr/>
        </p:nvSpPr>
        <p:spPr>
          <a:xfrm>
            <a:off x="4754880" y="2734056"/>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 China</a:t>
            </a:r>
            <a:endParaRPr lang="en-US" sz="1100" dirty="0"/>
          </a:p>
        </p:txBody>
      </p:sp>
      <p:sp>
        <p:nvSpPr>
          <p:cNvPr id="63" name="Text 61"/>
          <p:cNvSpPr/>
          <p:nvPr/>
        </p:nvSpPr>
        <p:spPr>
          <a:xfrm>
            <a:off x="6126480" y="2734056"/>
            <a:ext cx="91440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9.2%</a:t>
            </a:r>
            <a:endParaRPr lang="en-US" sz="1100" dirty="0"/>
          </a:p>
        </p:txBody>
      </p:sp>
      <p:sp>
        <p:nvSpPr>
          <p:cNvPr id="64" name="Text 62"/>
          <p:cNvSpPr/>
          <p:nvPr/>
        </p:nvSpPr>
        <p:spPr>
          <a:xfrm>
            <a:off x="7040880" y="2734056"/>
            <a:ext cx="914400" cy="338328"/>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21.3%</a:t>
            </a:r>
            <a:endParaRPr lang="en-US" sz="1100" dirty="0"/>
          </a:p>
        </p:txBody>
      </p:sp>
      <p:sp>
        <p:nvSpPr>
          <p:cNvPr id="65" name="Text 63"/>
          <p:cNvSpPr/>
          <p:nvPr/>
        </p:nvSpPr>
        <p:spPr>
          <a:xfrm>
            <a:off x="7955280" y="2734056"/>
            <a:ext cx="822960" cy="338328"/>
          </a:xfrm>
          <a:prstGeom prst="rect">
            <a:avLst/>
          </a:prstGeom>
          <a:noFill/>
          <a:ln/>
        </p:spPr>
        <p:txBody>
          <a:bodyPr wrap="square" rtlCol="0" anchor="ctr"/>
          <a:lstStyle/>
          <a:p>
            <a:pPr marL="0" indent="0" algn="ctr">
              <a:buNone/>
            </a:pPr>
            <a:r>
              <a:rPr lang="en-US" sz="1000" dirty="0">
                <a:solidFill>
                  <a:srgbClr val="00AA00"/>
                </a:solidFill>
                <a:latin typeface="Calibri" pitchFamily="34" charset="0"/>
                <a:ea typeface="Calibri" pitchFamily="34" charset="-122"/>
                <a:cs typeface="Calibri" pitchFamily="34" charset="-120"/>
              </a:rPr>
              <a:t>+12.1%</a:t>
            </a:r>
            <a:endParaRPr lang="en-US" sz="1000" dirty="0"/>
          </a:p>
        </p:txBody>
      </p:sp>
      <p:sp>
        <p:nvSpPr>
          <p:cNvPr id="66" name="Shape 64"/>
          <p:cNvSpPr/>
          <p:nvPr/>
        </p:nvSpPr>
        <p:spPr>
          <a:xfrm>
            <a:off x="4663440" y="3081528"/>
            <a:ext cx="4206240" cy="338328"/>
          </a:xfrm>
          <a:prstGeom prst="rect">
            <a:avLst/>
          </a:prstGeom>
          <a:solidFill>
            <a:srgbClr val="FFFFFF"/>
          </a:solidFill>
          <a:ln w="3810">
            <a:solidFill>
              <a:srgbClr val="E0E0E0"/>
            </a:solidFill>
            <a:prstDash val="solid"/>
          </a:ln>
        </p:spPr>
        <p:txBody>
          <a:bodyPr/>
          <a:lstStyle/>
          <a:p>
            <a:r>
              <a:rPr lang="en-US" dirty="0"/>
              <a:t>  </a:t>
            </a:r>
            <a:endParaRPr lang="en-IN" dirty="0"/>
          </a:p>
        </p:txBody>
      </p:sp>
      <p:sp>
        <p:nvSpPr>
          <p:cNvPr id="67" name="Text 65"/>
          <p:cNvSpPr/>
          <p:nvPr/>
        </p:nvSpPr>
        <p:spPr>
          <a:xfrm>
            <a:off x="4754880" y="3081528"/>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Germany</a:t>
            </a:r>
            <a:endParaRPr lang="en-US" sz="1100" dirty="0"/>
          </a:p>
        </p:txBody>
      </p:sp>
      <p:sp>
        <p:nvSpPr>
          <p:cNvPr id="68" name="Text 66"/>
          <p:cNvSpPr/>
          <p:nvPr/>
        </p:nvSpPr>
        <p:spPr>
          <a:xfrm>
            <a:off x="6126480" y="3081528"/>
            <a:ext cx="91440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11.1%</a:t>
            </a:r>
            <a:endParaRPr lang="en-US" sz="1100" dirty="0"/>
          </a:p>
        </p:txBody>
      </p:sp>
      <p:sp>
        <p:nvSpPr>
          <p:cNvPr id="69" name="Text 67"/>
          <p:cNvSpPr/>
          <p:nvPr/>
        </p:nvSpPr>
        <p:spPr>
          <a:xfrm>
            <a:off x="7040880" y="3081528"/>
            <a:ext cx="914400" cy="338328"/>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25.5%</a:t>
            </a:r>
            <a:endParaRPr lang="en-US" sz="1100" dirty="0"/>
          </a:p>
        </p:txBody>
      </p:sp>
      <p:sp>
        <p:nvSpPr>
          <p:cNvPr id="70" name="Text 68"/>
          <p:cNvSpPr/>
          <p:nvPr/>
        </p:nvSpPr>
        <p:spPr>
          <a:xfrm>
            <a:off x="7955280" y="3081528"/>
            <a:ext cx="822960" cy="338328"/>
          </a:xfrm>
          <a:prstGeom prst="rect">
            <a:avLst/>
          </a:prstGeom>
          <a:noFill/>
          <a:ln/>
        </p:spPr>
        <p:txBody>
          <a:bodyPr wrap="square" rtlCol="0" anchor="ctr"/>
          <a:lstStyle/>
          <a:p>
            <a:pPr marL="0" indent="0" algn="ctr">
              <a:buNone/>
            </a:pPr>
            <a:r>
              <a:rPr lang="en-US" sz="1000" dirty="0">
                <a:solidFill>
                  <a:srgbClr val="00AA00"/>
                </a:solidFill>
                <a:latin typeface="Calibri" pitchFamily="34" charset="0"/>
                <a:ea typeface="Calibri" pitchFamily="34" charset="-122"/>
                <a:cs typeface="Calibri" pitchFamily="34" charset="-120"/>
              </a:rPr>
              <a:t>+14.4%</a:t>
            </a:r>
            <a:endParaRPr lang="en-US" sz="1000" dirty="0"/>
          </a:p>
        </p:txBody>
      </p:sp>
      <p:sp>
        <p:nvSpPr>
          <p:cNvPr id="71" name="Shape 69"/>
          <p:cNvSpPr/>
          <p:nvPr/>
        </p:nvSpPr>
        <p:spPr>
          <a:xfrm>
            <a:off x="4663440" y="3429000"/>
            <a:ext cx="4206240" cy="338328"/>
          </a:xfrm>
          <a:prstGeom prst="rect">
            <a:avLst/>
          </a:prstGeom>
          <a:solidFill>
            <a:srgbClr val="F0FFF4"/>
          </a:solidFill>
          <a:ln w="3810">
            <a:solidFill>
              <a:srgbClr val="E0E0E0"/>
            </a:solidFill>
            <a:prstDash val="solid"/>
          </a:ln>
        </p:spPr>
        <p:txBody>
          <a:bodyPr/>
          <a:lstStyle/>
          <a:p>
            <a:r>
              <a:rPr lang="en-US" dirty="0"/>
              <a:t>  </a:t>
            </a:r>
            <a:endParaRPr lang="en-IN" dirty="0"/>
          </a:p>
        </p:txBody>
      </p:sp>
      <p:sp>
        <p:nvSpPr>
          <p:cNvPr id="72" name="Text 70"/>
          <p:cNvSpPr/>
          <p:nvPr/>
        </p:nvSpPr>
        <p:spPr>
          <a:xfrm>
            <a:off x="4754880" y="3429000"/>
            <a:ext cx="1371600" cy="338328"/>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Brazil</a:t>
            </a:r>
            <a:endParaRPr lang="en-US" sz="1100" dirty="0"/>
          </a:p>
        </p:txBody>
      </p:sp>
      <p:sp>
        <p:nvSpPr>
          <p:cNvPr id="73" name="Text 71"/>
          <p:cNvSpPr/>
          <p:nvPr/>
        </p:nvSpPr>
        <p:spPr>
          <a:xfrm>
            <a:off x="6126480" y="3429000"/>
            <a:ext cx="914400" cy="338328"/>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44.5%</a:t>
            </a:r>
            <a:endParaRPr lang="en-US" sz="1100" dirty="0"/>
          </a:p>
        </p:txBody>
      </p:sp>
      <p:sp>
        <p:nvSpPr>
          <p:cNvPr id="74" name="Text 72"/>
          <p:cNvSpPr/>
          <p:nvPr/>
        </p:nvSpPr>
        <p:spPr>
          <a:xfrm>
            <a:off x="7040880" y="3429000"/>
            <a:ext cx="914400" cy="338328"/>
          </a:xfrm>
          <a:prstGeom prst="rect">
            <a:avLst/>
          </a:prstGeom>
          <a:noFill/>
          <a:ln/>
        </p:spPr>
        <p:txBody>
          <a:bodyPr wrap="square"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47.5%</a:t>
            </a:r>
            <a:endParaRPr lang="en-US" sz="1100" dirty="0"/>
          </a:p>
        </p:txBody>
      </p:sp>
      <p:sp>
        <p:nvSpPr>
          <p:cNvPr id="75" name="Text 73"/>
          <p:cNvSpPr/>
          <p:nvPr/>
        </p:nvSpPr>
        <p:spPr>
          <a:xfrm>
            <a:off x="7955280" y="3429000"/>
            <a:ext cx="822960" cy="338328"/>
          </a:xfrm>
          <a:prstGeom prst="rect">
            <a:avLst/>
          </a:prstGeom>
          <a:noFill/>
          <a:ln/>
        </p:spPr>
        <p:txBody>
          <a:bodyPr wrap="square" rtlCol="0" anchor="ctr"/>
          <a:lstStyle/>
          <a:p>
            <a:pPr marL="0" indent="0" algn="ctr">
              <a:buNone/>
            </a:pPr>
            <a:r>
              <a:rPr lang="en-US" sz="1000" dirty="0">
                <a:solidFill>
                  <a:srgbClr val="00AA00"/>
                </a:solidFill>
                <a:latin typeface="Calibri" pitchFamily="34" charset="0"/>
                <a:ea typeface="Calibri" pitchFamily="34" charset="-122"/>
                <a:cs typeface="Calibri" pitchFamily="34" charset="-120"/>
              </a:rPr>
              <a:t>+3.0%</a:t>
            </a:r>
            <a:endParaRPr lang="en-US" sz="1000" dirty="0"/>
          </a:p>
        </p:txBody>
      </p:sp>
      <p:sp>
        <p:nvSpPr>
          <p:cNvPr id="76" name="Text 74"/>
          <p:cNvSpPr/>
          <p:nvPr/>
        </p:nvSpPr>
        <p:spPr>
          <a:xfrm>
            <a:off x="274320" y="4572000"/>
            <a:ext cx="8595360" cy="228600"/>
          </a:xfrm>
          <a:prstGeom prst="rect">
            <a:avLst/>
          </a:prstGeom>
          <a:noFill/>
          <a:ln/>
        </p:spPr>
        <p:txBody>
          <a:bodyPr wrap="square" rtlCol="0" anchor="ctr"/>
          <a:lstStyle/>
          <a:p>
            <a:pPr marL="0" indent="0" algn="ctr">
              <a:buNone/>
            </a:pP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2600" b="1" dirty="0">
                <a:solidFill>
                  <a:srgbClr val="000000"/>
                </a:solidFill>
                <a:latin typeface="Calibri" pitchFamily="34" charset="0"/>
                <a:ea typeface="Calibri" pitchFamily="34" charset="-122"/>
                <a:cs typeface="Calibri" pitchFamily="34" charset="-120"/>
              </a:rPr>
              <a:t>RESULT (3/3): ML CO₂ Forecast 2024–2035</a:t>
            </a:r>
            <a:endParaRPr lang="en-US" sz="2600" dirty="0"/>
          </a:p>
        </p:txBody>
      </p:sp>
      <p:sp>
        <p:nvSpPr>
          <p:cNvPr id="10" name="Shape 8"/>
          <p:cNvSpPr/>
          <p:nvPr/>
        </p:nvSpPr>
        <p:spPr>
          <a:xfrm>
            <a:off x="274320" y="1298448"/>
            <a:ext cx="8595360" cy="3383280"/>
          </a:xfrm>
          <a:prstGeom prst="rect">
            <a:avLst/>
          </a:prstGeom>
          <a:solidFill>
            <a:srgbClr val="F8FAFF"/>
          </a:solidFill>
          <a:ln w="12700">
            <a:solidFill>
              <a:srgbClr val="C0C8E8"/>
            </a:solidFill>
            <a:prstDash val="solid"/>
          </a:ln>
        </p:spPr>
      </p:sp>
      <p:sp>
        <p:nvSpPr>
          <p:cNvPr id="11" name="Shape 9"/>
          <p:cNvSpPr/>
          <p:nvPr/>
        </p:nvSpPr>
        <p:spPr>
          <a:xfrm>
            <a:off x="274320" y="1298448"/>
            <a:ext cx="8595360" cy="384048"/>
          </a:xfrm>
          <a:prstGeom prst="rect">
            <a:avLst/>
          </a:prstGeom>
          <a:solidFill>
            <a:srgbClr val="1C2951"/>
          </a:solidFill>
          <a:ln w="12700">
            <a:solidFill>
              <a:srgbClr val="1C2951"/>
            </a:solidFill>
            <a:prstDash val="solid"/>
          </a:ln>
        </p:spPr>
      </p:sp>
      <p:sp>
        <p:nvSpPr>
          <p:cNvPr id="12" name="Text 10"/>
          <p:cNvSpPr/>
          <p:nvPr/>
        </p:nvSpPr>
        <p:spPr>
          <a:xfrm>
            <a:off x="274320" y="1307592"/>
            <a:ext cx="85953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Predicted CO₂ Emissions (Mt) — Linear Regression Model | R² = 0.9127| Accuracy = 91.27%</a:t>
            </a:r>
            <a:endParaRPr lang="en-US" sz="1200" dirty="0"/>
          </a:p>
        </p:txBody>
      </p:sp>
      <p:sp>
        <p:nvSpPr>
          <p:cNvPr id="13" name="Shape 11"/>
          <p:cNvSpPr/>
          <p:nvPr/>
        </p:nvSpPr>
        <p:spPr>
          <a:xfrm>
            <a:off x="274320" y="1682496"/>
            <a:ext cx="8595360" cy="329184"/>
          </a:xfrm>
          <a:prstGeom prst="rect">
            <a:avLst/>
          </a:prstGeom>
          <a:solidFill>
            <a:srgbClr val="D0D8F0"/>
          </a:solidFill>
          <a:ln w="6350">
            <a:solidFill>
              <a:srgbClr val="C0C8E8"/>
            </a:solidFill>
            <a:prstDash val="solid"/>
          </a:ln>
        </p:spPr>
      </p:sp>
      <p:sp>
        <p:nvSpPr>
          <p:cNvPr id="14" name="Text 12"/>
          <p:cNvSpPr/>
          <p:nvPr/>
        </p:nvSpPr>
        <p:spPr>
          <a:xfrm>
            <a:off x="274320" y="1682496"/>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Year</a:t>
            </a:r>
            <a:endParaRPr lang="en-US" sz="1100" dirty="0"/>
          </a:p>
        </p:txBody>
      </p:sp>
      <p:sp>
        <p:nvSpPr>
          <p:cNvPr id="15" name="Text 13"/>
          <p:cNvSpPr/>
          <p:nvPr/>
        </p:nvSpPr>
        <p:spPr>
          <a:xfrm>
            <a:off x="1371600" y="1682496"/>
            <a:ext cx="114300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India</a:t>
            </a:r>
            <a:endParaRPr lang="en-US" sz="1100" dirty="0"/>
          </a:p>
        </p:txBody>
      </p:sp>
      <p:sp>
        <p:nvSpPr>
          <p:cNvPr id="16" name="Text 14"/>
          <p:cNvSpPr/>
          <p:nvPr/>
        </p:nvSpPr>
        <p:spPr>
          <a:xfrm>
            <a:off x="2606040" y="1682496"/>
            <a:ext cx="114300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USA</a:t>
            </a:r>
            <a:endParaRPr lang="en-US" sz="1100" dirty="0"/>
          </a:p>
        </p:txBody>
      </p:sp>
      <p:sp>
        <p:nvSpPr>
          <p:cNvPr id="17" name="Text 15"/>
          <p:cNvSpPr/>
          <p:nvPr/>
        </p:nvSpPr>
        <p:spPr>
          <a:xfrm>
            <a:off x="3840480" y="1682496"/>
            <a:ext cx="114300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China</a:t>
            </a:r>
            <a:endParaRPr lang="en-US" sz="1100" dirty="0"/>
          </a:p>
        </p:txBody>
      </p:sp>
      <p:sp>
        <p:nvSpPr>
          <p:cNvPr id="18" name="Text 16"/>
          <p:cNvSpPr/>
          <p:nvPr/>
        </p:nvSpPr>
        <p:spPr>
          <a:xfrm>
            <a:off x="5074920" y="1682496"/>
            <a:ext cx="114300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Germany</a:t>
            </a:r>
            <a:endParaRPr lang="en-US" sz="1100" dirty="0"/>
          </a:p>
        </p:txBody>
      </p:sp>
      <p:sp>
        <p:nvSpPr>
          <p:cNvPr id="19" name="Text 17"/>
          <p:cNvSpPr/>
          <p:nvPr/>
        </p:nvSpPr>
        <p:spPr>
          <a:xfrm>
            <a:off x="6309360" y="1682496"/>
            <a:ext cx="114300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Brazil</a:t>
            </a:r>
            <a:endParaRPr lang="en-US" sz="1100" dirty="0"/>
          </a:p>
        </p:txBody>
      </p:sp>
      <p:sp>
        <p:nvSpPr>
          <p:cNvPr id="20" name="Text 18"/>
          <p:cNvSpPr/>
          <p:nvPr/>
        </p:nvSpPr>
        <p:spPr>
          <a:xfrm>
            <a:off x="7543800" y="1682496"/>
            <a:ext cx="132588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Trend</a:t>
            </a:r>
            <a:endParaRPr lang="en-US" sz="1100" dirty="0"/>
          </a:p>
        </p:txBody>
      </p:sp>
      <p:sp>
        <p:nvSpPr>
          <p:cNvPr id="22" name="Text 20"/>
          <p:cNvSpPr/>
          <p:nvPr/>
        </p:nvSpPr>
        <p:spPr>
          <a:xfrm>
            <a:off x="274320" y="2011680"/>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2024</a:t>
            </a:r>
            <a:endParaRPr lang="en-US" sz="1100" dirty="0"/>
          </a:p>
        </p:txBody>
      </p:sp>
      <p:sp>
        <p:nvSpPr>
          <p:cNvPr id="23" name="Text 21"/>
          <p:cNvSpPr/>
          <p:nvPr/>
        </p:nvSpPr>
        <p:spPr>
          <a:xfrm>
            <a:off x="1371600" y="201168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2924</a:t>
            </a:r>
            <a:endParaRPr lang="en-US" sz="1100" dirty="0"/>
          </a:p>
        </p:txBody>
      </p:sp>
      <p:sp>
        <p:nvSpPr>
          <p:cNvPr id="24" name="Text 22"/>
          <p:cNvSpPr/>
          <p:nvPr/>
        </p:nvSpPr>
        <p:spPr>
          <a:xfrm>
            <a:off x="2606040" y="201168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4869</a:t>
            </a:r>
            <a:endParaRPr lang="en-US" sz="1100" dirty="0"/>
          </a:p>
        </p:txBody>
      </p:sp>
      <p:sp>
        <p:nvSpPr>
          <p:cNvPr id="25" name="Text 23"/>
          <p:cNvSpPr/>
          <p:nvPr/>
        </p:nvSpPr>
        <p:spPr>
          <a:xfrm>
            <a:off x="3840480" y="201168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12043</a:t>
            </a:r>
            <a:endParaRPr lang="en-US" sz="1100" dirty="0"/>
          </a:p>
        </p:txBody>
      </p:sp>
      <p:sp>
        <p:nvSpPr>
          <p:cNvPr id="26" name="Text 24"/>
          <p:cNvSpPr/>
          <p:nvPr/>
        </p:nvSpPr>
        <p:spPr>
          <a:xfrm>
            <a:off x="5074920" y="201168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584</a:t>
            </a:r>
            <a:endParaRPr lang="en-US" sz="1100" dirty="0"/>
          </a:p>
        </p:txBody>
      </p:sp>
      <p:sp>
        <p:nvSpPr>
          <p:cNvPr id="27" name="Text 25"/>
          <p:cNvSpPr/>
          <p:nvPr/>
        </p:nvSpPr>
        <p:spPr>
          <a:xfrm>
            <a:off x="6309360" y="2011680"/>
            <a:ext cx="1143000" cy="329184"/>
          </a:xfrm>
          <a:prstGeom prst="rect">
            <a:avLst/>
          </a:prstGeom>
          <a:noFill/>
          <a:ln/>
        </p:spPr>
        <p:txBody>
          <a:bodyPr wrap="square" rtlCol="0" anchor="ctr"/>
          <a:lstStyle/>
          <a:p>
            <a:pPr marL="0" indent="0" algn="ctr">
              <a:buNone/>
            </a:pPr>
            <a:r>
              <a:rPr lang="en-US" sz="1100" dirty="0"/>
              <a:t>496</a:t>
            </a:r>
          </a:p>
        </p:txBody>
      </p:sp>
      <p:sp>
        <p:nvSpPr>
          <p:cNvPr id="28" name="Text 26"/>
          <p:cNvSpPr/>
          <p:nvPr/>
        </p:nvSpPr>
        <p:spPr>
          <a:xfrm>
            <a:off x="7543800" y="2011680"/>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29" name="Shape 27"/>
          <p:cNvSpPr/>
          <p:nvPr/>
        </p:nvSpPr>
        <p:spPr>
          <a:xfrm>
            <a:off x="274320" y="2350008"/>
            <a:ext cx="8595360" cy="329184"/>
          </a:xfrm>
          <a:prstGeom prst="rect">
            <a:avLst/>
          </a:prstGeom>
          <a:solidFill>
            <a:srgbClr val="FFFFFF"/>
          </a:solidFill>
          <a:ln w="3810">
            <a:solidFill>
              <a:srgbClr val="E0E0E0"/>
            </a:solidFill>
            <a:prstDash val="solid"/>
          </a:ln>
        </p:spPr>
      </p:sp>
      <p:sp>
        <p:nvSpPr>
          <p:cNvPr id="30" name="Text 28"/>
          <p:cNvSpPr/>
          <p:nvPr/>
        </p:nvSpPr>
        <p:spPr>
          <a:xfrm>
            <a:off x="274320" y="2350008"/>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2026</a:t>
            </a:r>
            <a:endParaRPr lang="en-US" sz="1100" dirty="0"/>
          </a:p>
        </p:txBody>
      </p:sp>
      <p:sp>
        <p:nvSpPr>
          <p:cNvPr id="31" name="Text 29"/>
          <p:cNvSpPr/>
          <p:nvPr/>
        </p:nvSpPr>
        <p:spPr>
          <a:xfrm>
            <a:off x="1371600" y="2350008"/>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3005</a:t>
            </a:r>
            <a:endParaRPr lang="en-US" sz="1100" dirty="0"/>
          </a:p>
        </p:txBody>
      </p:sp>
      <p:sp>
        <p:nvSpPr>
          <p:cNvPr id="32" name="Text 30"/>
          <p:cNvSpPr/>
          <p:nvPr/>
        </p:nvSpPr>
        <p:spPr>
          <a:xfrm>
            <a:off x="2606040" y="2350008"/>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4984</a:t>
            </a:r>
            <a:endParaRPr lang="en-US" sz="1100" dirty="0"/>
          </a:p>
        </p:txBody>
      </p:sp>
      <p:sp>
        <p:nvSpPr>
          <p:cNvPr id="33" name="Text 31"/>
          <p:cNvSpPr/>
          <p:nvPr/>
        </p:nvSpPr>
        <p:spPr>
          <a:xfrm>
            <a:off x="3840480" y="2350008"/>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11981</a:t>
            </a:r>
            <a:endParaRPr lang="en-US" sz="1100" dirty="0"/>
          </a:p>
        </p:txBody>
      </p:sp>
      <p:sp>
        <p:nvSpPr>
          <p:cNvPr id="34" name="Text 32"/>
          <p:cNvSpPr/>
          <p:nvPr/>
        </p:nvSpPr>
        <p:spPr>
          <a:xfrm>
            <a:off x="5074920" y="2350008"/>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607</a:t>
            </a:r>
            <a:endParaRPr lang="en-US" sz="1100" dirty="0"/>
          </a:p>
        </p:txBody>
      </p:sp>
      <p:sp>
        <p:nvSpPr>
          <p:cNvPr id="35" name="Text 33"/>
          <p:cNvSpPr/>
          <p:nvPr/>
        </p:nvSpPr>
        <p:spPr>
          <a:xfrm>
            <a:off x="6309360" y="2350008"/>
            <a:ext cx="1143000" cy="329184"/>
          </a:xfrm>
          <a:prstGeom prst="rect">
            <a:avLst/>
          </a:prstGeom>
          <a:noFill/>
          <a:ln/>
        </p:spPr>
        <p:txBody>
          <a:bodyPr wrap="square" rtlCol="0" anchor="ctr"/>
          <a:lstStyle/>
          <a:p>
            <a:pPr marL="0" indent="0" algn="ctr">
              <a:buNone/>
            </a:pPr>
            <a:r>
              <a:rPr lang="en-US" sz="1100" dirty="0"/>
              <a:t>499</a:t>
            </a:r>
          </a:p>
        </p:txBody>
      </p:sp>
      <p:sp>
        <p:nvSpPr>
          <p:cNvPr id="36" name="Text 34"/>
          <p:cNvSpPr/>
          <p:nvPr/>
        </p:nvSpPr>
        <p:spPr>
          <a:xfrm>
            <a:off x="7543800" y="2350008"/>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37" name="Shape 35"/>
          <p:cNvSpPr/>
          <p:nvPr/>
        </p:nvSpPr>
        <p:spPr>
          <a:xfrm>
            <a:off x="274320" y="2688336"/>
            <a:ext cx="8595360" cy="329184"/>
          </a:xfrm>
          <a:prstGeom prst="rect">
            <a:avLst/>
          </a:prstGeom>
          <a:solidFill>
            <a:srgbClr val="EEF2FF"/>
          </a:solidFill>
          <a:ln w="3810">
            <a:solidFill>
              <a:srgbClr val="E0E0E0"/>
            </a:solidFill>
            <a:prstDash val="solid"/>
          </a:ln>
        </p:spPr>
      </p:sp>
      <p:sp>
        <p:nvSpPr>
          <p:cNvPr id="38" name="Text 36"/>
          <p:cNvSpPr/>
          <p:nvPr/>
        </p:nvSpPr>
        <p:spPr>
          <a:xfrm>
            <a:off x="274320" y="2688336"/>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2028</a:t>
            </a:r>
            <a:endParaRPr lang="en-US" sz="1100" dirty="0"/>
          </a:p>
        </p:txBody>
      </p:sp>
      <p:sp>
        <p:nvSpPr>
          <p:cNvPr id="39" name="Text 37"/>
          <p:cNvSpPr/>
          <p:nvPr/>
        </p:nvSpPr>
        <p:spPr>
          <a:xfrm>
            <a:off x="1371600" y="2688336"/>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3086</a:t>
            </a:r>
            <a:endParaRPr lang="en-US" sz="1100" dirty="0"/>
          </a:p>
        </p:txBody>
      </p:sp>
      <p:sp>
        <p:nvSpPr>
          <p:cNvPr id="40" name="Text 38"/>
          <p:cNvSpPr/>
          <p:nvPr/>
        </p:nvSpPr>
        <p:spPr>
          <a:xfrm>
            <a:off x="2606040" y="2688336"/>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5099</a:t>
            </a:r>
            <a:endParaRPr lang="en-US" sz="1100" dirty="0"/>
          </a:p>
        </p:txBody>
      </p:sp>
      <p:sp>
        <p:nvSpPr>
          <p:cNvPr id="41" name="Text 39"/>
          <p:cNvSpPr/>
          <p:nvPr/>
        </p:nvSpPr>
        <p:spPr>
          <a:xfrm>
            <a:off x="3840480" y="2688336"/>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11919</a:t>
            </a:r>
            <a:endParaRPr lang="en-US" sz="1100" dirty="0"/>
          </a:p>
        </p:txBody>
      </p:sp>
      <p:sp>
        <p:nvSpPr>
          <p:cNvPr id="42" name="Text 40"/>
          <p:cNvSpPr/>
          <p:nvPr/>
        </p:nvSpPr>
        <p:spPr>
          <a:xfrm>
            <a:off x="5074920" y="2688336"/>
            <a:ext cx="1143000" cy="329184"/>
          </a:xfrm>
          <a:prstGeom prst="rect">
            <a:avLst/>
          </a:prstGeom>
          <a:noFill/>
          <a:ln/>
        </p:spPr>
        <p:txBody>
          <a:bodyPr wrap="square" rtlCol="0" anchor="ctr"/>
          <a:lstStyle/>
          <a:p>
            <a:pPr marL="0" indent="0" algn="ctr">
              <a:buNone/>
            </a:pPr>
            <a:r>
              <a:rPr lang="en-US" sz="1100" dirty="0"/>
              <a:t>630</a:t>
            </a:r>
          </a:p>
        </p:txBody>
      </p:sp>
      <p:sp>
        <p:nvSpPr>
          <p:cNvPr id="43" name="Text 41"/>
          <p:cNvSpPr/>
          <p:nvPr/>
        </p:nvSpPr>
        <p:spPr>
          <a:xfrm>
            <a:off x="6309360" y="2688336"/>
            <a:ext cx="1143000" cy="329184"/>
          </a:xfrm>
          <a:prstGeom prst="rect">
            <a:avLst/>
          </a:prstGeom>
          <a:noFill/>
          <a:ln/>
        </p:spPr>
        <p:txBody>
          <a:bodyPr wrap="square" rtlCol="0" anchor="ctr"/>
          <a:lstStyle/>
          <a:p>
            <a:pPr marL="0" indent="0" algn="ctr">
              <a:buNone/>
            </a:pPr>
            <a:r>
              <a:rPr lang="en-US" sz="1100" dirty="0"/>
              <a:t>503</a:t>
            </a:r>
          </a:p>
        </p:txBody>
      </p:sp>
      <p:sp>
        <p:nvSpPr>
          <p:cNvPr id="44" name="Text 42"/>
          <p:cNvSpPr/>
          <p:nvPr/>
        </p:nvSpPr>
        <p:spPr>
          <a:xfrm>
            <a:off x="7543800" y="2688336"/>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45" name="Shape 43"/>
          <p:cNvSpPr/>
          <p:nvPr/>
        </p:nvSpPr>
        <p:spPr>
          <a:xfrm>
            <a:off x="274320" y="3026664"/>
            <a:ext cx="8595360" cy="329184"/>
          </a:xfrm>
          <a:prstGeom prst="rect">
            <a:avLst/>
          </a:prstGeom>
          <a:solidFill>
            <a:srgbClr val="FFFFFF"/>
          </a:solidFill>
          <a:ln w="3810">
            <a:solidFill>
              <a:srgbClr val="E0E0E0"/>
            </a:solidFill>
            <a:prstDash val="solid"/>
          </a:ln>
        </p:spPr>
      </p:sp>
      <p:sp>
        <p:nvSpPr>
          <p:cNvPr id="46" name="Text 44"/>
          <p:cNvSpPr/>
          <p:nvPr/>
        </p:nvSpPr>
        <p:spPr>
          <a:xfrm>
            <a:off x="274320" y="3026664"/>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2030</a:t>
            </a:r>
            <a:endParaRPr lang="en-US" sz="1100" dirty="0"/>
          </a:p>
        </p:txBody>
      </p:sp>
      <p:sp>
        <p:nvSpPr>
          <p:cNvPr id="47" name="Text 45"/>
          <p:cNvSpPr/>
          <p:nvPr/>
        </p:nvSpPr>
        <p:spPr>
          <a:xfrm>
            <a:off x="1371600" y="3026664"/>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3167</a:t>
            </a:r>
            <a:endParaRPr lang="en-US" sz="1100" dirty="0"/>
          </a:p>
        </p:txBody>
      </p:sp>
      <p:sp>
        <p:nvSpPr>
          <p:cNvPr id="48" name="Text 46"/>
          <p:cNvSpPr/>
          <p:nvPr/>
        </p:nvSpPr>
        <p:spPr>
          <a:xfrm>
            <a:off x="2606040" y="3026664"/>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5215</a:t>
            </a:r>
            <a:endParaRPr lang="en-US" sz="1100" dirty="0"/>
          </a:p>
        </p:txBody>
      </p:sp>
      <p:sp>
        <p:nvSpPr>
          <p:cNvPr id="49" name="Text 47"/>
          <p:cNvSpPr/>
          <p:nvPr/>
        </p:nvSpPr>
        <p:spPr>
          <a:xfrm>
            <a:off x="3840480" y="3026664"/>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11858</a:t>
            </a:r>
            <a:endParaRPr lang="en-US" sz="1100" dirty="0"/>
          </a:p>
        </p:txBody>
      </p:sp>
      <p:sp>
        <p:nvSpPr>
          <p:cNvPr id="50" name="Text 48"/>
          <p:cNvSpPr/>
          <p:nvPr/>
        </p:nvSpPr>
        <p:spPr>
          <a:xfrm>
            <a:off x="5074920" y="3026664"/>
            <a:ext cx="1143000" cy="329184"/>
          </a:xfrm>
          <a:prstGeom prst="rect">
            <a:avLst/>
          </a:prstGeom>
          <a:noFill/>
          <a:ln/>
        </p:spPr>
        <p:txBody>
          <a:bodyPr wrap="square" rtlCol="0" anchor="ctr"/>
          <a:lstStyle/>
          <a:p>
            <a:pPr marL="0" indent="0" algn="ctr">
              <a:buNone/>
            </a:pPr>
            <a:r>
              <a:rPr lang="en-US" sz="1100" dirty="0"/>
              <a:t>653</a:t>
            </a:r>
          </a:p>
        </p:txBody>
      </p:sp>
      <p:sp>
        <p:nvSpPr>
          <p:cNvPr id="51" name="Text 49"/>
          <p:cNvSpPr/>
          <p:nvPr/>
        </p:nvSpPr>
        <p:spPr>
          <a:xfrm>
            <a:off x="6309360" y="3026664"/>
            <a:ext cx="1143000" cy="329184"/>
          </a:xfrm>
          <a:prstGeom prst="rect">
            <a:avLst/>
          </a:prstGeom>
          <a:noFill/>
          <a:ln/>
        </p:spPr>
        <p:txBody>
          <a:bodyPr wrap="square" rtlCol="0" anchor="ctr"/>
          <a:lstStyle/>
          <a:p>
            <a:pPr marL="0" indent="0" algn="ctr">
              <a:buNone/>
            </a:pPr>
            <a:r>
              <a:rPr lang="en-US" sz="1100" dirty="0"/>
              <a:t>506</a:t>
            </a:r>
          </a:p>
        </p:txBody>
      </p:sp>
      <p:sp>
        <p:nvSpPr>
          <p:cNvPr id="52" name="Text 50"/>
          <p:cNvSpPr/>
          <p:nvPr/>
        </p:nvSpPr>
        <p:spPr>
          <a:xfrm>
            <a:off x="7543800" y="3026664"/>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53" name="Shape 51"/>
          <p:cNvSpPr/>
          <p:nvPr/>
        </p:nvSpPr>
        <p:spPr>
          <a:xfrm>
            <a:off x="274320" y="3364992"/>
            <a:ext cx="8595360" cy="329184"/>
          </a:xfrm>
          <a:prstGeom prst="rect">
            <a:avLst/>
          </a:prstGeom>
          <a:solidFill>
            <a:srgbClr val="EEF2FF"/>
          </a:solidFill>
          <a:ln w="3810">
            <a:solidFill>
              <a:srgbClr val="E0E0E0"/>
            </a:solidFill>
            <a:prstDash val="solid"/>
          </a:ln>
        </p:spPr>
      </p:sp>
      <p:sp>
        <p:nvSpPr>
          <p:cNvPr id="54" name="Text 52"/>
          <p:cNvSpPr/>
          <p:nvPr/>
        </p:nvSpPr>
        <p:spPr>
          <a:xfrm>
            <a:off x="274320" y="3364992"/>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2032</a:t>
            </a:r>
            <a:endParaRPr lang="en-US" sz="1100" dirty="0"/>
          </a:p>
        </p:txBody>
      </p:sp>
      <p:sp>
        <p:nvSpPr>
          <p:cNvPr id="55" name="Text 53"/>
          <p:cNvSpPr/>
          <p:nvPr/>
        </p:nvSpPr>
        <p:spPr>
          <a:xfrm>
            <a:off x="1371600" y="3364992"/>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3248</a:t>
            </a:r>
            <a:endParaRPr lang="en-US" sz="1100" dirty="0"/>
          </a:p>
        </p:txBody>
      </p:sp>
      <p:sp>
        <p:nvSpPr>
          <p:cNvPr id="56" name="Text 54"/>
          <p:cNvSpPr/>
          <p:nvPr/>
        </p:nvSpPr>
        <p:spPr>
          <a:xfrm>
            <a:off x="2606040" y="3364992"/>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5330</a:t>
            </a:r>
            <a:endParaRPr lang="en-US" sz="1100" dirty="0"/>
          </a:p>
        </p:txBody>
      </p:sp>
      <p:sp>
        <p:nvSpPr>
          <p:cNvPr id="57" name="Text 55"/>
          <p:cNvSpPr/>
          <p:nvPr/>
        </p:nvSpPr>
        <p:spPr>
          <a:xfrm>
            <a:off x="3840480" y="3364992"/>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11796</a:t>
            </a:r>
            <a:endParaRPr lang="en-US" sz="1100" dirty="0"/>
          </a:p>
        </p:txBody>
      </p:sp>
      <p:sp>
        <p:nvSpPr>
          <p:cNvPr id="58" name="Text 56"/>
          <p:cNvSpPr/>
          <p:nvPr/>
        </p:nvSpPr>
        <p:spPr>
          <a:xfrm>
            <a:off x="5074920" y="3364992"/>
            <a:ext cx="1143000" cy="329184"/>
          </a:xfrm>
          <a:prstGeom prst="rect">
            <a:avLst/>
          </a:prstGeom>
          <a:noFill/>
          <a:ln/>
        </p:spPr>
        <p:txBody>
          <a:bodyPr wrap="square" rtlCol="0" anchor="ctr"/>
          <a:lstStyle/>
          <a:p>
            <a:pPr marL="0" indent="0" algn="ctr">
              <a:buNone/>
            </a:pPr>
            <a:r>
              <a:rPr lang="en-US" sz="1100" dirty="0"/>
              <a:t>676</a:t>
            </a:r>
          </a:p>
        </p:txBody>
      </p:sp>
      <p:sp>
        <p:nvSpPr>
          <p:cNvPr id="59" name="Text 57"/>
          <p:cNvSpPr/>
          <p:nvPr/>
        </p:nvSpPr>
        <p:spPr>
          <a:xfrm>
            <a:off x="6309360" y="3364992"/>
            <a:ext cx="1143000" cy="329184"/>
          </a:xfrm>
          <a:prstGeom prst="rect">
            <a:avLst/>
          </a:prstGeom>
          <a:noFill/>
          <a:ln/>
        </p:spPr>
        <p:txBody>
          <a:bodyPr wrap="square" rtlCol="0" anchor="ctr"/>
          <a:lstStyle/>
          <a:p>
            <a:pPr marL="0" indent="0" algn="ctr">
              <a:buNone/>
            </a:pPr>
            <a:r>
              <a:rPr lang="en-US" sz="1100" dirty="0"/>
              <a:t>509</a:t>
            </a:r>
          </a:p>
        </p:txBody>
      </p:sp>
      <p:sp>
        <p:nvSpPr>
          <p:cNvPr id="60" name="Text 58"/>
          <p:cNvSpPr/>
          <p:nvPr/>
        </p:nvSpPr>
        <p:spPr>
          <a:xfrm>
            <a:off x="7543800" y="3364992"/>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61" name="Shape 59"/>
          <p:cNvSpPr/>
          <p:nvPr/>
        </p:nvSpPr>
        <p:spPr>
          <a:xfrm>
            <a:off x="274320" y="3703320"/>
            <a:ext cx="8595360" cy="329184"/>
          </a:xfrm>
          <a:prstGeom prst="rect">
            <a:avLst/>
          </a:prstGeom>
          <a:solidFill>
            <a:srgbClr val="FFFFFF"/>
          </a:solidFill>
          <a:ln w="3810">
            <a:solidFill>
              <a:srgbClr val="E0E0E0"/>
            </a:solidFill>
            <a:prstDash val="solid"/>
          </a:ln>
        </p:spPr>
      </p:sp>
      <p:sp>
        <p:nvSpPr>
          <p:cNvPr id="62" name="Text 60"/>
          <p:cNvSpPr/>
          <p:nvPr/>
        </p:nvSpPr>
        <p:spPr>
          <a:xfrm>
            <a:off x="274320" y="3703320"/>
            <a:ext cx="1005840" cy="329184"/>
          </a:xfrm>
          <a:prstGeom prst="rect">
            <a:avLst/>
          </a:prstGeom>
          <a:noFill/>
          <a:ln/>
        </p:spPr>
        <p:txBody>
          <a:bodyPr wrap="square" rtlCol="0" anchor="ctr"/>
          <a:lstStyle/>
          <a:p>
            <a:pPr marL="0" indent="0" algn="ctr">
              <a:buNone/>
            </a:pPr>
            <a:r>
              <a:rPr lang="en-US" sz="1100" b="1" dirty="0">
                <a:solidFill>
                  <a:srgbClr val="1C2951"/>
                </a:solidFill>
                <a:latin typeface="Calibri" pitchFamily="34" charset="0"/>
                <a:ea typeface="Calibri" pitchFamily="34" charset="-122"/>
                <a:cs typeface="Calibri" pitchFamily="34" charset="-120"/>
              </a:rPr>
              <a:t>2035</a:t>
            </a:r>
            <a:endParaRPr lang="en-US" sz="1100" dirty="0"/>
          </a:p>
        </p:txBody>
      </p:sp>
      <p:sp>
        <p:nvSpPr>
          <p:cNvPr id="63" name="Text 61"/>
          <p:cNvSpPr/>
          <p:nvPr/>
        </p:nvSpPr>
        <p:spPr>
          <a:xfrm>
            <a:off x="1371600" y="370332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3370</a:t>
            </a:r>
            <a:endParaRPr lang="en-US" sz="1100" dirty="0"/>
          </a:p>
        </p:txBody>
      </p:sp>
      <p:sp>
        <p:nvSpPr>
          <p:cNvPr id="64" name="Text 62"/>
          <p:cNvSpPr/>
          <p:nvPr/>
        </p:nvSpPr>
        <p:spPr>
          <a:xfrm>
            <a:off x="2606040" y="370332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5504</a:t>
            </a:r>
            <a:endParaRPr lang="en-US" sz="1100" dirty="0"/>
          </a:p>
        </p:txBody>
      </p:sp>
      <p:sp>
        <p:nvSpPr>
          <p:cNvPr id="65" name="Text 63"/>
          <p:cNvSpPr/>
          <p:nvPr/>
        </p:nvSpPr>
        <p:spPr>
          <a:xfrm>
            <a:off x="3840480" y="3703320"/>
            <a:ext cx="1143000" cy="329184"/>
          </a:xfrm>
          <a:prstGeom prst="rect">
            <a:avLst/>
          </a:prstGeom>
          <a:noFill/>
          <a:ln/>
        </p:spPr>
        <p:txBody>
          <a:bodyPr wrap="square"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11704</a:t>
            </a:r>
            <a:endParaRPr lang="en-US" sz="1100" dirty="0"/>
          </a:p>
        </p:txBody>
      </p:sp>
      <p:sp>
        <p:nvSpPr>
          <p:cNvPr id="66" name="Text 64"/>
          <p:cNvSpPr/>
          <p:nvPr/>
        </p:nvSpPr>
        <p:spPr>
          <a:xfrm>
            <a:off x="5074920" y="3703320"/>
            <a:ext cx="1143000" cy="329184"/>
          </a:xfrm>
          <a:prstGeom prst="rect">
            <a:avLst/>
          </a:prstGeom>
          <a:noFill/>
          <a:ln/>
        </p:spPr>
        <p:txBody>
          <a:bodyPr wrap="square" rtlCol="0" anchor="ctr"/>
          <a:lstStyle/>
          <a:p>
            <a:pPr marL="0" indent="0" algn="ctr">
              <a:buNone/>
            </a:pPr>
            <a:r>
              <a:rPr lang="en-US" sz="1100" dirty="0"/>
              <a:t>711</a:t>
            </a:r>
          </a:p>
        </p:txBody>
      </p:sp>
      <p:sp>
        <p:nvSpPr>
          <p:cNvPr id="67" name="Text 65"/>
          <p:cNvSpPr/>
          <p:nvPr/>
        </p:nvSpPr>
        <p:spPr>
          <a:xfrm>
            <a:off x="6309360" y="3703320"/>
            <a:ext cx="1143000" cy="329184"/>
          </a:xfrm>
          <a:prstGeom prst="rect">
            <a:avLst/>
          </a:prstGeom>
          <a:noFill/>
          <a:ln/>
        </p:spPr>
        <p:txBody>
          <a:bodyPr wrap="square" rtlCol="0" anchor="ctr"/>
          <a:lstStyle/>
          <a:p>
            <a:pPr marL="0" indent="0" algn="ctr">
              <a:buNone/>
            </a:pPr>
            <a:r>
              <a:rPr lang="en-US" sz="1100" dirty="0"/>
              <a:t>514</a:t>
            </a:r>
          </a:p>
        </p:txBody>
      </p:sp>
      <p:sp>
        <p:nvSpPr>
          <p:cNvPr id="68" name="Text 66"/>
          <p:cNvSpPr/>
          <p:nvPr/>
        </p:nvSpPr>
        <p:spPr>
          <a:xfrm>
            <a:off x="7543800" y="3703320"/>
            <a:ext cx="1325880" cy="329184"/>
          </a:xfrm>
          <a:prstGeom prst="rect">
            <a:avLst/>
          </a:prstGeom>
          <a:noFill/>
          <a:ln/>
        </p:spPr>
        <p:txBody>
          <a:bodyPr wrap="square" rtlCol="0" anchor="ctr"/>
          <a:lstStyle/>
          <a:p>
            <a:pPr marL="0" indent="0" algn="ctr">
              <a:buNone/>
            </a:pPr>
            <a:r>
              <a:rPr lang="en-US" sz="1000" b="1" dirty="0">
                <a:solidFill>
                  <a:srgbClr val="CC0000"/>
                </a:solidFill>
                <a:latin typeface="Calibri" pitchFamily="34" charset="0"/>
                <a:ea typeface="Calibri" pitchFamily="34" charset="-122"/>
                <a:cs typeface="Calibri" pitchFamily="34" charset="-120"/>
              </a:rPr>
              <a:t>↗ Rising</a:t>
            </a:r>
            <a:endParaRPr lang="en-US" sz="1000" dirty="0"/>
          </a:p>
        </p:txBody>
      </p:sp>
      <p:sp>
        <p:nvSpPr>
          <p:cNvPr id="69" name="Text 67"/>
          <p:cNvSpPr/>
          <p:nvPr/>
        </p:nvSpPr>
        <p:spPr>
          <a:xfrm>
            <a:off x="274320" y="4069080"/>
            <a:ext cx="8595360" cy="32004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All CO₂ values in Megatonnes (Mt)  |  All countries show ↗ rising trend  |  USA projected to reach 5,504 Mt by 2035 (highest)</a:t>
            </a:r>
            <a:endParaRPr lang="en-US" sz="1100" dirty="0"/>
          </a:p>
        </p:txBody>
      </p:sp>
      <p:sp>
        <p:nvSpPr>
          <p:cNvPr id="70" name="Shape 68"/>
          <p:cNvSpPr/>
          <p:nvPr/>
        </p:nvSpPr>
        <p:spPr>
          <a:xfrm>
            <a:off x="274320" y="4434840"/>
            <a:ext cx="8595360" cy="347472"/>
          </a:xfrm>
          <a:prstGeom prst="rect">
            <a:avLst/>
          </a:prstGeom>
          <a:solidFill>
            <a:srgbClr val="FEE2E2"/>
          </a:solidFill>
          <a:ln w="12700">
            <a:solidFill>
              <a:srgbClr val="FCA5A5"/>
            </a:solidFill>
            <a:prstDash val="solid"/>
          </a:ln>
        </p:spPr>
      </p:sp>
      <p:sp>
        <p:nvSpPr>
          <p:cNvPr id="71" name="Text 69"/>
          <p:cNvSpPr/>
          <p:nvPr/>
        </p:nvSpPr>
        <p:spPr>
          <a:xfrm>
            <a:off x="365760" y="4443984"/>
            <a:ext cx="8412480" cy="329184"/>
          </a:xfrm>
          <a:prstGeom prst="rect">
            <a:avLst/>
          </a:prstGeom>
          <a:noFill/>
          <a:ln/>
        </p:spPr>
        <p:txBody>
          <a:bodyPr wrap="square" rtlCol="0" anchor="ctr"/>
          <a:lstStyle/>
          <a:p>
            <a:pPr marL="0" indent="0" algn="ctr">
              <a:buNone/>
            </a:pPr>
            <a:r>
              <a:rPr lang="en-US" sz="1150" b="1" dirty="0">
                <a:solidFill>
                  <a:srgbClr val="991B1B"/>
                </a:solidFill>
                <a:latin typeface="Calibri" pitchFamily="34" charset="0"/>
                <a:ea typeface="Calibri" pitchFamily="34" charset="-122"/>
                <a:cs typeface="Calibri" pitchFamily="34" charset="-120"/>
              </a:rPr>
              <a:t>⚠  Without aggressive renewable energy policies, CO₂ emissions will continue rising through 2035 — calling for urgent global action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800" b="1" dirty="0">
                <a:solidFill>
                  <a:srgbClr val="000000"/>
                </a:solidFill>
                <a:latin typeface="Calibri" pitchFamily="34" charset="0"/>
                <a:ea typeface="Calibri" pitchFamily="34" charset="-122"/>
                <a:cs typeface="Calibri" pitchFamily="34" charset="-120"/>
              </a:rPr>
              <a:t>CONCLUSION:</a:t>
            </a:r>
            <a:endParaRPr lang="en-US" sz="3800" dirty="0"/>
          </a:p>
        </p:txBody>
      </p:sp>
      <p:sp>
        <p:nvSpPr>
          <p:cNvPr id="10" name="Text 8"/>
          <p:cNvSpPr/>
          <p:nvPr/>
        </p:nvSpPr>
        <p:spPr>
          <a:xfrm>
            <a:off x="365760" y="1325880"/>
            <a:ext cx="8412480" cy="3383280"/>
          </a:xfrm>
          <a:prstGeom prst="rect">
            <a:avLst/>
          </a:prstGeom>
          <a:noFill/>
          <a:ln/>
        </p:spPr>
        <p:txBody>
          <a:bodyPr wrap="square" rtlCol="0" anchor="t"/>
          <a:lstStyle/>
          <a:p>
            <a:pPr marL="0" indent="0">
              <a:buNone/>
            </a:pPr>
            <a:r>
              <a:rPr lang="en-US" sz="1250" dirty="0">
                <a:latin typeface="Calibri" pitchFamily="34" charset="0"/>
                <a:ea typeface="Calibri" pitchFamily="34" charset="-122"/>
                <a:cs typeface="Calibri" pitchFamily="34" charset="-120"/>
              </a:rPr>
              <a:t>This project successfully analyzed global energy consumption and carbon emission trends for 5 major countries (India, USA, China, Germany, Brazil) from 2010 to 2023, and predicted future CO₂ emissions up to 2035 using Machine Learning.</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The Linear Regression model achieved 91.27% accuracy (R² = 0.9127), proving reliable for energy trend prediction. The interactive dashboard provides comprehensive visual exploration of historical data, country comparisons, and ML-based predictions.</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Key conclusions:</a:t>
            </a:r>
            <a:endParaRPr lang="en-US" sz="1250" dirty="0"/>
          </a:p>
          <a:p>
            <a:r>
              <a:rPr lang="en-US" sz="1250" dirty="0">
                <a:latin typeface="Calibri" pitchFamily="34" charset="0"/>
                <a:ea typeface="Calibri" pitchFamily="34" charset="-122"/>
                <a:cs typeface="Calibri" pitchFamily="34" charset="-120"/>
              </a:rPr>
              <a:t>• Despite renewable energy growth globally, CO₂ emission </a:t>
            </a:r>
            <a:r>
              <a:rPr lang="en-US" sz="1250" dirty="0"/>
              <a:t>show mixed trends across countries</a:t>
            </a:r>
          </a:p>
          <a:p>
            <a:pPr marL="0" indent="0">
              <a:buNone/>
            </a:pPr>
            <a:r>
              <a:rPr lang="en-US" sz="1250" dirty="0">
                <a:latin typeface="Calibri" pitchFamily="34" charset="0"/>
                <a:ea typeface="Calibri" pitchFamily="34" charset="-122"/>
                <a:cs typeface="Calibri" pitchFamily="34" charset="-120"/>
              </a:rPr>
              <a:t>• Developing nations like India show rising trends; while China shows stabilization due to renewable adoption</a:t>
            </a:r>
            <a:endParaRPr lang="en-US" sz="1250" dirty="0"/>
          </a:p>
          <a:p>
            <a:pPr marL="0" indent="0">
              <a:buNone/>
            </a:pPr>
            <a:r>
              <a:rPr lang="en-US" sz="1250" dirty="0">
                <a:latin typeface="Calibri" pitchFamily="34" charset="0"/>
                <a:ea typeface="Calibri" pitchFamily="34" charset="-122"/>
                <a:cs typeface="Calibri" pitchFamily="34" charset="-120"/>
              </a:rPr>
              <a:t>• Brazil demonstrates that emerging economies can achieve high renewable energy shares</a:t>
            </a:r>
            <a:endParaRPr lang="en-US" sz="1250" dirty="0"/>
          </a:p>
          <a:p>
            <a:pPr marL="0" indent="0">
              <a:buNone/>
            </a:pPr>
            <a:r>
              <a:rPr lang="en-US" sz="1250" dirty="0">
                <a:latin typeface="Calibri" pitchFamily="34" charset="0"/>
                <a:ea typeface="Calibri" pitchFamily="34" charset="-122"/>
                <a:cs typeface="Calibri" pitchFamily="34" charset="-120"/>
              </a:rPr>
              <a:t>• Without aggressive energy policy changes, CO₂ will keep rising through 2035</a:t>
            </a:r>
            <a:endParaRPr lang="en-US" sz="1250" dirty="0"/>
          </a:p>
          <a:p>
            <a:pPr marL="0" indent="0">
              <a:buNone/>
            </a:pPr>
            <a:endParaRPr lang="en-US" sz="1250" dirty="0"/>
          </a:p>
          <a:p>
            <a:pPr marL="0" indent="0">
              <a:buNone/>
            </a:pPr>
            <a:r>
              <a:rPr lang="en-US" sz="1250" dirty="0">
                <a:latin typeface="Calibri" pitchFamily="34" charset="0"/>
                <a:ea typeface="Calibri" pitchFamily="34" charset="-122"/>
                <a:cs typeface="Calibri" pitchFamily="34" charset="-120"/>
              </a:rPr>
              <a:t>This project aligns with UN SDG Goal 7 (Affordable and Clean Energy) providing data-driven insights for sustainable energy planning.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800" b="1" dirty="0">
                <a:solidFill>
                  <a:srgbClr val="000000"/>
                </a:solidFill>
                <a:latin typeface="Calibri" pitchFamily="34" charset="0"/>
                <a:ea typeface="Calibri" pitchFamily="34" charset="-122"/>
                <a:cs typeface="Calibri" pitchFamily="34" charset="-120"/>
              </a:rPr>
              <a:t>FUTURE SCOPE:</a:t>
            </a:r>
            <a:endParaRPr lang="en-US" sz="3800" dirty="0"/>
          </a:p>
        </p:txBody>
      </p:sp>
      <p:sp>
        <p:nvSpPr>
          <p:cNvPr id="10" name="Text 8"/>
          <p:cNvSpPr/>
          <p:nvPr/>
        </p:nvSpPr>
        <p:spPr>
          <a:xfrm>
            <a:off x="365760" y="1325880"/>
            <a:ext cx="8412480" cy="3383280"/>
          </a:xfrm>
          <a:prstGeom prst="rect">
            <a:avLst/>
          </a:prstGeom>
          <a:noFill/>
          <a:ln/>
        </p:spPr>
        <p:txBody>
          <a:bodyPr wrap="square" rtlCol="0" anchor="ctr"/>
          <a:lstStyle/>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Expand Dataset:</a:t>
            </a:r>
            <a:endParaRPr lang="en-US" sz="13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Include all 195 countries with additional features — GDP, population, industrial output for global predictions</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Advanced ML Models:</a:t>
            </a:r>
            <a:endParaRPr lang="en-US" sz="13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Implement LSTM Neural Networks, Random Forest, XGBoost for improved time-series prediction beyond Linear Regression</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Real-Time Data Integration:</a:t>
            </a:r>
            <a:endParaRPr lang="en-US" sz="13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Connect live APIs from World Bank, IEA, and NASA for real-time energy and emissions data in dashboard</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Policy Recommendation Engine:</a:t>
            </a:r>
            <a:endParaRPr lang="en-US" sz="13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AI-driven policy recommendations based on Paris Agreement targets and UN SDG emission reduction goals</a:t>
            </a:r>
            <a:endParaRPr lang="en-US" sz="1300" dirty="0"/>
          </a:p>
          <a:p>
            <a:pPr marL="342900" indent="-342900">
              <a:buSzPct val="100000"/>
              <a:buChar char="•"/>
            </a:pPr>
            <a:r>
              <a:rPr lang="en-US" sz="1300" b="1" dirty="0">
                <a:solidFill>
                  <a:srgbClr val="000000"/>
                </a:solidFill>
                <a:latin typeface="Calibri" pitchFamily="34" charset="0"/>
                <a:ea typeface="Calibri" pitchFamily="34" charset="-122"/>
                <a:cs typeface="Calibri" pitchFamily="34" charset="-120"/>
              </a:rPr>
              <a:t>Mobile Application:</a:t>
            </a:r>
            <a:endParaRPr lang="en-US" sz="1300" dirty="0"/>
          </a:p>
          <a:p>
            <a:pPr marL="685800" lvl="1" indent="-342900">
              <a:buSzPct val="100000"/>
              <a:buChar char="•"/>
            </a:pPr>
            <a:r>
              <a:rPr lang="en-US" sz="1200" dirty="0">
                <a:solidFill>
                  <a:srgbClr val="333333"/>
                </a:solidFill>
                <a:latin typeface="Calibri" pitchFamily="34" charset="0"/>
                <a:ea typeface="Calibri" pitchFamily="34" charset="-122"/>
                <a:cs typeface="Calibri" pitchFamily="34" charset="-120"/>
              </a:rPr>
              <a:t>Android/iOS version using React Native for wider public accessibility of the energy dashboard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274320" y="640080"/>
            <a:ext cx="8595360" cy="594360"/>
          </a:xfrm>
          <a:prstGeom prst="rect">
            <a:avLst/>
          </a:prstGeom>
          <a:noFill/>
          <a:ln/>
        </p:spPr>
        <p:txBody>
          <a:bodyPr wrap="square" rtlCol="0" anchor="ctr"/>
          <a:lstStyle/>
          <a:p>
            <a:pPr marL="0" indent="0">
              <a:buNone/>
            </a:pPr>
            <a:r>
              <a:rPr lang="en-US" sz="3800" b="1" dirty="0">
                <a:solidFill>
                  <a:srgbClr val="000000"/>
                </a:solidFill>
                <a:latin typeface="Calibri" pitchFamily="34" charset="0"/>
                <a:ea typeface="Calibri" pitchFamily="34" charset="-122"/>
                <a:cs typeface="Calibri" pitchFamily="34" charset="-120"/>
              </a:rPr>
              <a:t>REFERENCES:</a:t>
            </a:r>
            <a:endParaRPr lang="en-US" sz="3800" dirty="0"/>
          </a:p>
        </p:txBody>
      </p:sp>
      <p:sp>
        <p:nvSpPr>
          <p:cNvPr id="10" name="Text 8"/>
          <p:cNvSpPr/>
          <p:nvPr/>
        </p:nvSpPr>
        <p:spPr>
          <a:xfrm>
            <a:off x="365760" y="1325880"/>
            <a:ext cx="8412480" cy="3383280"/>
          </a:xfrm>
          <a:prstGeom prst="rect">
            <a:avLst/>
          </a:prstGeom>
          <a:noFill/>
          <a:ln/>
        </p:spPr>
        <p:txBody>
          <a:bodyPr wrap="square" rtlCol="0" anchor="ctr"/>
          <a:lstStyle/>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Our World in Data — CO₂ and Greenhouse Gas Emissions Dataset.</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https://ourworldindata.org/co2-and-greenhouse-gas-emissions</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International Energy Agency (IEA) — World Energy Outlook 2023.</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https://www.iea.org/reports/world-energy-outlook-2023</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Scikit-learn — Linear Regression Documentation.</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https://scikit-learn.org/stable/modules/linear_model.html</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Chart.js — Interactive Data Visualization Library.</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https://www.chartjs.org/docs/latest/</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United Nations — SDG Goal 7: Affordable and Clean Energy.</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https://sdgs.un.org/goals/goal7</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FICE Education Pvt. Ltd. — Microsoft Elevate Internship.</a:t>
            </a:r>
            <a:endParaRPr lang="en-US" sz="1200" dirty="0"/>
          </a:p>
          <a:p>
            <a:pPr marL="342900" indent="-342900">
              <a:spcAft>
                <a:spcPts val="200"/>
              </a:spcAft>
              <a:buSzPct val="100000"/>
              <a:buChar char="•"/>
            </a:pPr>
            <a:r>
              <a:rPr lang="en-US" sz="1200" dirty="0">
                <a:solidFill>
                  <a:srgbClr val="333333"/>
                </a:solidFill>
                <a:latin typeface="Calibri" pitchFamily="34" charset="0"/>
                <a:ea typeface="Calibri" pitchFamily="34" charset="-122"/>
                <a:cs typeface="Calibri" pitchFamily="34" charset="-120"/>
              </a:rPr>
              <a:t>https://elevate.fice.in</a:t>
            </a:r>
            <a:endParaRPr lang="en-US" sz="1200" dirty="0"/>
          </a:p>
          <a:p>
            <a:pPr marL="342900" indent="-342900">
              <a:spcAft>
                <a:spcPts val="200"/>
              </a:spcAft>
              <a:buSzPct val="100000"/>
              <a:buChar char="•"/>
            </a:pPr>
            <a:r>
              <a:rPr lang="en-US" sz="1200" dirty="0">
                <a:solidFill>
                  <a:srgbClr val="0D47A1"/>
                </a:solidFill>
                <a:latin typeface="Calibri" pitchFamily="34" charset="0"/>
                <a:ea typeface="Calibri" pitchFamily="34" charset="-122"/>
                <a:cs typeface="Calibri" pitchFamily="34" charset="-120"/>
              </a:rPr>
              <a:t>GitHub Link: https://github.com/meet4843/sustainable-energy-analysis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C2951"/>
          </a:solidFill>
          <a:ln w="12700">
            <a:solidFill>
              <a:srgbClr val="1C2951"/>
            </a:solidFill>
            <a:prstDash val="solid"/>
          </a:ln>
        </p:spPr>
      </p:sp>
      <p:sp>
        <p:nvSpPr>
          <p:cNvPr id="3" name="Shape 1"/>
          <p:cNvSpPr/>
          <p:nvPr/>
        </p:nvSpPr>
        <p:spPr>
          <a:xfrm>
            <a:off x="0" y="4828032"/>
            <a:ext cx="9144000" cy="315468"/>
          </a:xfrm>
          <a:prstGeom prst="rect">
            <a:avLst/>
          </a:prstGeom>
          <a:solidFill>
            <a:srgbClr val="00A651"/>
          </a:solidFill>
          <a:ln w="12700">
            <a:solidFill>
              <a:srgbClr val="00A651"/>
            </a:solidFill>
            <a:prstDash val="solid"/>
          </a:ln>
        </p:spPr>
      </p:sp>
      <p:sp>
        <p:nvSpPr>
          <p:cNvPr id="4" name="Shape 2"/>
          <p:cNvSpPr/>
          <p:nvPr/>
        </p:nvSpPr>
        <p:spPr>
          <a:xfrm>
            <a:off x="7973568" y="82296"/>
            <a:ext cx="173736" cy="173736"/>
          </a:xfrm>
          <a:prstGeom prst="rect">
            <a:avLst/>
          </a:prstGeom>
          <a:solidFill>
            <a:srgbClr val="F25022"/>
          </a:solidFill>
          <a:ln w="12700">
            <a:solidFill>
              <a:srgbClr val="F25022"/>
            </a:solidFill>
            <a:prstDash val="solid"/>
          </a:ln>
        </p:spPr>
      </p:sp>
      <p:sp>
        <p:nvSpPr>
          <p:cNvPr id="5" name="Shape 3"/>
          <p:cNvSpPr/>
          <p:nvPr/>
        </p:nvSpPr>
        <p:spPr>
          <a:xfrm>
            <a:off x="8165592" y="82296"/>
            <a:ext cx="173736" cy="173736"/>
          </a:xfrm>
          <a:prstGeom prst="rect">
            <a:avLst/>
          </a:prstGeom>
          <a:solidFill>
            <a:srgbClr val="7FBA00"/>
          </a:solidFill>
          <a:ln w="12700">
            <a:solidFill>
              <a:srgbClr val="7FBA00"/>
            </a:solidFill>
            <a:prstDash val="solid"/>
          </a:ln>
        </p:spPr>
      </p:sp>
      <p:sp>
        <p:nvSpPr>
          <p:cNvPr id="6" name="Shape 4"/>
          <p:cNvSpPr/>
          <p:nvPr/>
        </p:nvSpPr>
        <p:spPr>
          <a:xfrm>
            <a:off x="7973568" y="274320"/>
            <a:ext cx="173736" cy="173736"/>
          </a:xfrm>
          <a:prstGeom prst="rect">
            <a:avLst/>
          </a:prstGeom>
          <a:solidFill>
            <a:srgbClr val="00A4EF"/>
          </a:solidFill>
          <a:ln w="12700">
            <a:solidFill>
              <a:srgbClr val="00A4EF"/>
            </a:solidFill>
            <a:prstDash val="solid"/>
          </a:ln>
        </p:spPr>
      </p:sp>
      <p:sp>
        <p:nvSpPr>
          <p:cNvPr id="7" name="Shape 5"/>
          <p:cNvSpPr/>
          <p:nvPr/>
        </p:nvSpPr>
        <p:spPr>
          <a:xfrm>
            <a:off x="8165592" y="274320"/>
            <a:ext cx="173736" cy="173736"/>
          </a:xfrm>
          <a:prstGeom prst="rect">
            <a:avLst/>
          </a:prstGeom>
          <a:solidFill>
            <a:srgbClr val="FFB900"/>
          </a:solidFill>
          <a:ln w="12700">
            <a:solidFill>
              <a:srgbClr val="FFB900"/>
            </a:solidFill>
            <a:prstDash val="solid"/>
          </a:ln>
        </p:spPr>
      </p:sp>
      <p:sp>
        <p:nvSpPr>
          <p:cNvPr id="8" name="Text 6"/>
          <p:cNvSpPr/>
          <p:nvPr/>
        </p:nvSpPr>
        <p:spPr>
          <a:xfrm>
            <a:off x="8366760" y="82296"/>
            <a:ext cx="685800" cy="36576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Microsoft</a:t>
            </a:r>
            <a:endParaRPr lang="en-US" sz="900" dirty="0"/>
          </a:p>
          <a:p>
            <a:pPr marL="0" indent="0">
              <a:buNone/>
            </a:pPr>
            <a:r>
              <a:rPr lang="en-US" sz="900" dirty="0">
                <a:solidFill>
                  <a:srgbClr val="FFFFFF"/>
                </a:solidFill>
                <a:latin typeface="Calibri" pitchFamily="34" charset="0"/>
                <a:ea typeface="Calibri" pitchFamily="34" charset="-122"/>
                <a:cs typeface="Calibri" pitchFamily="34" charset="-120"/>
              </a:rPr>
              <a:t>Elevate</a:t>
            </a:r>
            <a:endParaRPr lang="en-US" sz="900" dirty="0"/>
          </a:p>
        </p:txBody>
      </p:sp>
      <p:sp>
        <p:nvSpPr>
          <p:cNvPr id="9" name="Text 7"/>
          <p:cNvSpPr/>
          <p:nvPr/>
        </p:nvSpPr>
        <p:spPr>
          <a:xfrm>
            <a:off x="914400" y="1463040"/>
            <a:ext cx="7315200" cy="1645920"/>
          </a:xfrm>
          <a:prstGeom prst="rect">
            <a:avLst/>
          </a:prstGeom>
          <a:noFill/>
          <a:ln/>
        </p:spPr>
        <p:txBody>
          <a:bodyPr wrap="square" rtlCol="0" anchor="ctr"/>
          <a:lstStyle/>
          <a:p>
            <a:pPr marL="0" indent="0" algn="ctr">
              <a:buNone/>
            </a:pPr>
            <a:r>
              <a:rPr lang="en-US" sz="6400" b="1" dirty="0">
                <a:solidFill>
                  <a:srgbClr val="1C2951"/>
                </a:solidFill>
                <a:latin typeface="Calibri" pitchFamily="34" charset="0"/>
                <a:ea typeface="Calibri" pitchFamily="34" charset="-122"/>
                <a:cs typeface="Calibri" pitchFamily="34" charset="-120"/>
              </a:rPr>
              <a:t>Thank You</a:t>
            </a:r>
            <a:endParaRPr lang="en-US" sz="6400" dirty="0"/>
          </a:p>
        </p:txBody>
      </p:sp>
      <p:sp>
        <p:nvSpPr>
          <p:cNvPr id="10" name="Text 8"/>
          <p:cNvSpPr/>
          <p:nvPr/>
        </p:nvSpPr>
        <p:spPr>
          <a:xfrm>
            <a:off x="1371600" y="3200400"/>
            <a:ext cx="6400800" cy="411480"/>
          </a:xfrm>
          <a:prstGeom prst="rect">
            <a:avLst/>
          </a:prstGeom>
          <a:noFill/>
          <a:ln/>
        </p:spPr>
        <p:txBody>
          <a:bodyPr wrap="square" rtlCol="0" anchor="ctr"/>
          <a:lstStyle/>
          <a:p>
            <a:pPr marL="0" indent="0" algn="ctr">
              <a:buNone/>
            </a:pPr>
            <a:r>
              <a:rPr lang="en-US" sz="1300" dirty="0">
                <a:latin typeface="Calibri" pitchFamily="34" charset="0"/>
                <a:ea typeface="Calibri" pitchFamily="34" charset="-122"/>
                <a:cs typeface="Calibri" pitchFamily="34" charset="-120"/>
              </a:rPr>
              <a:t>Sustainable Energy Consumption and Carbon Emission Analysis using Power BI and ML</a:t>
            </a:r>
            <a:endParaRPr lang="en-US" sz="1300" dirty="0"/>
          </a:p>
        </p:txBody>
      </p:sp>
      <p:sp>
        <p:nvSpPr>
          <p:cNvPr id="11" name="Text 9"/>
          <p:cNvSpPr/>
          <p:nvPr/>
        </p:nvSpPr>
        <p:spPr>
          <a:xfrm>
            <a:off x="914400" y="3639312"/>
            <a:ext cx="7315200" cy="320040"/>
          </a:xfrm>
          <a:prstGeom prst="rect">
            <a:avLst/>
          </a:prstGeom>
          <a:noFill/>
          <a:ln/>
        </p:spPr>
        <p:txBody>
          <a:bodyPr wrap="square" rtlCol="0" anchor="ctr"/>
          <a:lstStyle/>
          <a:p>
            <a:pPr marL="0" indent="0" algn="ctr">
              <a:buNone/>
            </a:pPr>
            <a:r>
              <a:rPr lang="en-US" sz="1100" dirty="0">
                <a:solidFill>
                  <a:srgbClr val="5A6A7A"/>
                </a:solidFill>
                <a:latin typeface="Calibri" pitchFamily="34" charset="0"/>
                <a:ea typeface="Calibri" pitchFamily="34" charset="-122"/>
                <a:cs typeface="Calibri" pitchFamily="34" charset="-120"/>
              </a:rPr>
              <a:t>Organization: FICE Education Pvt. Ltd. |  GTU | Semester 8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1409</Words>
  <Application>Microsoft Office PowerPoint</Application>
  <PresentationFormat>On-screen Show (16:9)</PresentationFormat>
  <Paragraphs>265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Meet Patel</cp:lastModifiedBy>
  <cp:revision>1</cp:revision>
  <dcterms:created xsi:type="dcterms:W3CDTF">2026-03-27T07:55:20Z</dcterms:created>
  <dcterms:modified xsi:type="dcterms:W3CDTF">2026-03-28T05:01:14Z</dcterms:modified>
</cp:coreProperties>
</file>